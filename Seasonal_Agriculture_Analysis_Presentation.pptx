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18"/>
  </p:handoutMasterIdLst>
  <p:sldIdLst>
    <p:sldId id="338" r:id="rId3"/>
    <p:sldId id="327" r:id="rId4"/>
    <p:sldId id="315" r:id="rId5"/>
    <p:sldId id="329" r:id="rId6"/>
    <p:sldId id="302" r:id="rId7"/>
    <p:sldId id="339" r:id="rId9"/>
    <p:sldId id="340" r:id="rId10"/>
    <p:sldId id="344" r:id="rId11"/>
    <p:sldId id="345" r:id="rId12"/>
    <p:sldId id="346" r:id="rId13"/>
    <p:sldId id="341" r:id="rId14"/>
    <p:sldId id="342" r:id="rId15"/>
    <p:sldId id="343" r:id="rId16"/>
    <p:sldId id="304" r:id="rId17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64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  <p:sp>
        <p:nvSpPr>
          <p:cNvPr id="15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2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8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  <a:endParaRPr lang="en-US" sz="1100" b="1" dirty="0">
              <a:solidFill>
                <a:schemeClr val="accent2"/>
              </a:solidFill>
            </a:endParaRPr>
          </a:p>
        </p:txBody>
      </p:sp>
      <p:sp>
        <p:nvSpPr>
          <p:cNvPr id="30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slideLayout" Target="../slideLayouts/slideLayout19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18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image" Target="../media/image5.png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1" Type="http://schemas.openxmlformats.org/officeDocument/2006/relationships/slideLayout" Target="../slideLayouts/slideLayout19.xml"/><Relationship Id="rId20" Type="http://schemas.openxmlformats.org/officeDocument/2006/relationships/tags" Target="../tags/tag60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957070" y="4144645"/>
            <a:ext cx="6991985" cy="28054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defRPr sz="1500" b="1">
                <a:solidFill>
                  <a:srgbClr val="1A5276"/>
                </a:solidFill>
              </a:defRPr>
            </a:pPr>
            <a:r>
              <a:t>Student Name: Siddhi Ramkrishna Manjarekar</a:t>
            </a:r>
          </a:p>
          <a:p>
            <a:pPr algn="l">
              <a:defRPr sz="1500" b="1">
                <a:solidFill>
                  <a:srgbClr val="1A5276"/>
                </a:solidFill>
              </a:defRPr>
            </a:pPr>
            <a:r>
              <a:rPr lang="en-US" altLang="en-US"/>
              <a:t>College: Savitribai Phule Pune University</a:t>
            </a:r>
            <a:endParaRPr lang="en-US" altLang="en-US"/>
          </a:p>
          <a:p>
            <a:pPr>
              <a:defRPr sz="1400" b="1">
                <a:solidFill>
                  <a:srgbClr val="B9770E"/>
                </a:solidFill>
              </a:defRPr>
            </a:pPr>
            <a:r>
              <a:t>STU ID: STU654e5442c94401699632194</a:t>
            </a:r>
          </a:p>
          <a:p>
            <a:pPr>
              <a:defRPr sz="1400" b="1">
                <a:solidFill>
                  <a:srgbClr val="B9770E"/>
                </a:solidFill>
              </a:defRPr>
            </a:pPr>
          </a:p>
          <a:p>
            <a:pPr>
              <a:defRPr sz="1400" b="1">
                <a:solidFill>
                  <a:srgbClr val="B9770E"/>
                </a:solidFill>
              </a:defRPr>
            </a:pP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Internship ID: INTERNSHIP_17830691666a4779eecfe8a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Program: VOIS AICTE Data Analytics Internship (Batch 1 / 2026-2027)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73325" y="2794000"/>
            <a:ext cx="7239635" cy="1593215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1A5276"/>
                </a:solidFill>
              </a:rPr>
              <a:t>• Seasonal Climatic Fluctuations: </a:t>
            </a:r>
            <a:r>
              <a:rPr sz="1300">
                <a:solidFill>
                  <a:srgbClr val="2C3E50"/>
                </a:solidFill>
              </a:rPr>
              <a:t>Agricultural yields across India experience drastic variations driven by seasonal shifts in monsoon precipitation, ambient temperature, humidity, and soil moisture levels across Kharif, Rabi, and Zaid seasons.</a:t>
            </a:r>
            <a:endParaRPr sz="1300">
              <a:solidFill>
                <a:srgbClr val="2C3E50"/>
              </a:solidFill>
            </a:endParaRP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1A5276"/>
                </a:solidFill>
              </a:rPr>
              <a:t>• Resource &amp; Economic Imbalances: </a:t>
            </a:r>
            <a:r>
              <a:rPr sz="1300">
                <a:solidFill>
                  <a:srgbClr val="2C3E50"/>
                </a:solidFill>
              </a:rPr>
              <a:t>Irrigation water requirements, disease vulnerability, and input costs (fertilizer, pesticides) fluctuate heavily, often turning off-season farming into a loss-making enterprise.</a:t>
            </a:r>
            <a:endParaRPr sz="1300">
              <a:solidFill>
                <a:srgbClr val="2C3E50"/>
              </a:solidFill>
            </a:endParaRP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1A5276"/>
                </a:solidFill>
              </a:rPr>
              <a:t>• Complexity of Raw Data: </a:t>
            </a:r>
            <a:r>
              <a:rPr sz="1300">
                <a:solidFill>
                  <a:srgbClr val="2C3E50"/>
                </a:solidFill>
              </a:rPr>
              <a:t>Large multi-dimensional agricultural datasets obscure crucial trends, making it difficult for farmers and planners to align crop selection with seasonal realities.</a:t>
            </a:r>
            <a:endParaRPr sz="1300">
              <a:solidFill>
                <a:srgbClr val="2C3E50"/>
              </a:solidFill>
            </a:endParaRP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1A5276"/>
                </a:solidFill>
              </a:rPr>
              <a:t>• The Core Challenge: </a:t>
            </a:r>
            <a:r>
              <a:rPr sz="1300">
                <a:solidFill>
                  <a:srgbClr val="2C3E50"/>
                </a:solidFill>
              </a:rPr>
              <a:t>Investigate 4,000 multi-state farm records to discover empirical performance differences, quantify environmental drivers of yield, evaluate irrigation efficiency, and deliver actionable planning insights.</a:t>
            </a:r>
            <a:endParaRPr sz="1300">
              <a:solidFill>
                <a:srgbClr val="2C3E5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pPr>
              <a:defRPr sz="3200" b="1"/>
            </a:pPr>
            <a:r>
              <a:t>PROBLEM STATEMENT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684" y="2951154"/>
            <a:ext cx="2760758" cy="3264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pPr>
              <a:defRPr sz="2800" b="1"/>
            </a:pPr>
            <a:r>
              <a:t>PROJECT DESCRIPTION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400" y="2075815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17A65"/>
                </a:solidFill>
              </a:rPr>
              <a:t>• Empirical Multi-Seasonal Dataset: </a:t>
            </a:r>
            <a:r>
              <a:rPr sz="1300">
                <a:solidFill>
                  <a:srgbClr val="2C3E50"/>
                </a:solidFill>
              </a:rPr>
              <a:t>Comprehensive analysis of 4,000 farm records across India spanning 8 vital crops (Wheat, Maize, Pulses, Rice, Cotton, Chilli, Groundnut, Sugarcane) across Kharif (monsoon), Rabi (winter), and Zaid (summer) seasons.</a:t>
            </a:r>
            <a:endParaRPr sz="1300">
              <a:solidFill>
                <a:srgbClr val="2C3E50"/>
              </a:solidFill>
            </a:endParaRP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17A65"/>
                </a:solidFill>
              </a:rPr>
              <a:t>• Multi-Dimensional Feature Profiling: </a:t>
            </a:r>
            <a:r>
              <a:rPr sz="1300">
                <a:solidFill>
                  <a:srgbClr val="2C3E50"/>
                </a:solidFill>
              </a:rPr>
              <a:t>Examines 28 granular metrics spanning climate (rainfall, temperature, humidity, sunlight), soil conditions (pH, moisture), resource inputs (NPK fertilizers, pesticides, irrigation water), and economics (costs, revenues, profits).</a:t>
            </a:r>
            <a:endParaRPr sz="1300">
              <a:solidFill>
                <a:srgbClr val="2C3E50"/>
              </a:solidFill>
            </a:endParaRP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17A65"/>
                </a:solidFill>
              </a:rPr>
              <a:t>• Cross-Seasonal Comparative Analytics: </a:t>
            </a:r>
            <a:r>
              <a:rPr sz="1300">
                <a:solidFill>
                  <a:srgbClr val="2C3E50"/>
                </a:solidFill>
              </a:rPr>
              <a:t>Benchmarks yield productivity, water efficiency (tonnes/1000m³), and farm profitability across seasons to identify peak performance windows and acute vulnerabilities.</a:t>
            </a:r>
            <a:endParaRPr sz="1300">
              <a:solidFill>
                <a:srgbClr val="2C3E50"/>
              </a:solidFill>
            </a:endParaRP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17A65"/>
                </a:solidFill>
              </a:rPr>
              <a:t>• Disease &amp; Climate Risk Modeling: </a:t>
            </a:r>
            <a:r>
              <a:rPr sz="1300">
                <a:solidFill>
                  <a:srgbClr val="2C3E50"/>
                </a:solidFill>
              </a:rPr>
              <a:t>Correlates disease/pest incidence against seasonal humidity and temperatures to pinpoint critical preventive intervention schedules.</a:t>
            </a:r>
            <a:endParaRPr sz="1300">
              <a:solidFill>
                <a:srgbClr val="2C3E50"/>
              </a:solidFill>
            </a:endParaRP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17A65"/>
                </a:solidFill>
              </a:rPr>
              <a:t>• Evidence-Based Decision Support: </a:t>
            </a:r>
            <a:r>
              <a:rPr sz="1300">
                <a:solidFill>
                  <a:srgbClr val="2C3E50"/>
                </a:solidFill>
              </a:rPr>
              <a:t>Formulates high-impact, actionable strategies for farmers, regional planners, and policymakers to maximize agricultural output and eliminate dry-season losses.</a:t>
            </a:r>
            <a:endParaRPr sz="1300">
              <a:solidFill>
                <a:srgbClr val="2C3E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>
              <a:defRPr sz="2800" b="1"/>
            </a:pPr>
            <a:r>
              <a:t>END USERS &amp; STAKEHOLDERS</a:t>
            </a: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9" name="任意多边形: 形状 58"/>
          <p:cNvSpPr/>
          <p:nvPr>
            <p:custDataLst>
              <p:tags r:id="rId2"/>
            </p:custDataLst>
          </p:nvPr>
        </p:nvSpPr>
        <p:spPr>
          <a:xfrm>
            <a:off x="6370453" y="4922477"/>
            <a:ext cx="1272010" cy="1217090"/>
          </a:xfrm>
          <a:custGeom>
            <a:avLst/>
            <a:gdLst>
              <a:gd name="connsiteX0" fmla="*/ 290211 w 1282096"/>
              <a:gd name="connsiteY0" fmla="*/ 1224436 h 1224436"/>
              <a:gd name="connsiteX1" fmla="*/ 990516 w 1282096"/>
              <a:gd name="connsiteY1" fmla="*/ 1224436 h 1224436"/>
              <a:gd name="connsiteX2" fmla="*/ 1062983 w 1282096"/>
              <a:gd name="connsiteY2" fmla="*/ 1171786 h 1224436"/>
              <a:gd name="connsiteX3" fmla="*/ 1279389 w 1282096"/>
              <a:gd name="connsiteY3" fmla="*/ 505758 h 1224436"/>
              <a:gd name="connsiteX4" fmla="*/ 1251710 w 1282096"/>
              <a:gd name="connsiteY4" fmla="*/ 420568 h 1224436"/>
              <a:gd name="connsiteX5" fmla="*/ 685152 w 1282096"/>
              <a:gd name="connsiteY5" fmla="*/ 8939 h 1224436"/>
              <a:gd name="connsiteX6" fmla="*/ 595578 w 1282096"/>
              <a:gd name="connsiteY6" fmla="*/ 8938 h 1224436"/>
              <a:gd name="connsiteX7" fmla="*/ 29020 w 1282096"/>
              <a:gd name="connsiteY7" fmla="*/ 420567 h 1224436"/>
              <a:gd name="connsiteX8" fmla="*/ 1340 w 1282096"/>
              <a:gd name="connsiteY8" fmla="*/ 505757 h 1224436"/>
              <a:gd name="connsiteX9" fmla="*/ 217745 w 1282096"/>
              <a:gd name="connsiteY9" fmla="*/ 1171785 h 1224436"/>
              <a:gd name="connsiteX10" fmla="*/ 290211 w 1282096"/>
              <a:gd name="connsiteY10" fmla="*/ 1224436 h 1224436"/>
              <a:gd name="connsiteX0-1" fmla="*/ 290211 w 1282096"/>
              <a:gd name="connsiteY0-2" fmla="*/ 1224436 h 1224436"/>
              <a:gd name="connsiteX1-3" fmla="*/ 990516 w 1282096"/>
              <a:gd name="connsiteY1-4" fmla="*/ 1224436 h 1224436"/>
              <a:gd name="connsiteX2-5" fmla="*/ 1062983 w 1282096"/>
              <a:gd name="connsiteY2-6" fmla="*/ 1171786 h 1224436"/>
              <a:gd name="connsiteX3-7" fmla="*/ 1279389 w 1282096"/>
              <a:gd name="connsiteY3-8" fmla="*/ 505758 h 1224436"/>
              <a:gd name="connsiteX4-9" fmla="*/ 1251710 w 1282096"/>
              <a:gd name="connsiteY4-10" fmla="*/ 420568 h 1224436"/>
              <a:gd name="connsiteX5-11" fmla="*/ 685152 w 1282096"/>
              <a:gd name="connsiteY5-12" fmla="*/ 8939 h 1224436"/>
              <a:gd name="connsiteX6-13" fmla="*/ 595578 w 1282096"/>
              <a:gd name="connsiteY6-14" fmla="*/ 8938 h 1224436"/>
              <a:gd name="connsiteX7-15" fmla="*/ 29020 w 1282096"/>
              <a:gd name="connsiteY7-16" fmla="*/ 420567 h 1224436"/>
              <a:gd name="connsiteX8-17" fmla="*/ 1340 w 1282096"/>
              <a:gd name="connsiteY8-18" fmla="*/ 505757 h 1224436"/>
              <a:gd name="connsiteX9-19" fmla="*/ 217745 w 1282096"/>
              <a:gd name="connsiteY9-20" fmla="*/ 1171785 h 1224436"/>
              <a:gd name="connsiteX10-21" fmla="*/ 290211 w 1282096"/>
              <a:gd name="connsiteY10-22" fmla="*/ 1224436 h 1224436"/>
              <a:gd name="connsiteX0-23" fmla="*/ 290211 w 1282096"/>
              <a:gd name="connsiteY0-24" fmla="*/ 1224436 h 1224436"/>
              <a:gd name="connsiteX1-25" fmla="*/ 990516 w 1282096"/>
              <a:gd name="connsiteY1-26" fmla="*/ 1224436 h 1224436"/>
              <a:gd name="connsiteX2-27" fmla="*/ 1062983 w 1282096"/>
              <a:gd name="connsiteY2-28" fmla="*/ 1171786 h 1224436"/>
              <a:gd name="connsiteX3-29" fmla="*/ 1279389 w 1282096"/>
              <a:gd name="connsiteY3-30" fmla="*/ 505758 h 1224436"/>
              <a:gd name="connsiteX4-31" fmla="*/ 1251710 w 1282096"/>
              <a:gd name="connsiteY4-32" fmla="*/ 420568 h 1224436"/>
              <a:gd name="connsiteX5-33" fmla="*/ 685152 w 1282096"/>
              <a:gd name="connsiteY5-34" fmla="*/ 8939 h 1224436"/>
              <a:gd name="connsiteX6-35" fmla="*/ 595578 w 1282096"/>
              <a:gd name="connsiteY6-36" fmla="*/ 8938 h 1224436"/>
              <a:gd name="connsiteX7-37" fmla="*/ 29020 w 1282096"/>
              <a:gd name="connsiteY7-38" fmla="*/ 420567 h 1224436"/>
              <a:gd name="connsiteX8-39" fmla="*/ 1340 w 1282096"/>
              <a:gd name="connsiteY8-40" fmla="*/ 505757 h 1224436"/>
              <a:gd name="connsiteX9-41" fmla="*/ 217745 w 1282096"/>
              <a:gd name="connsiteY9-42" fmla="*/ 1171785 h 1224436"/>
              <a:gd name="connsiteX10-43" fmla="*/ 290211 w 1282096"/>
              <a:gd name="connsiteY10-44" fmla="*/ 1224436 h 1224436"/>
              <a:gd name="connsiteX0-45" fmla="*/ 290211 w 1282096"/>
              <a:gd name="connsiteY0-46" fmla="*/ 1224436 h 1224436"/>
              <a:gd name="connsiteX1-47" fmla="*/ 990516 w 1282096"/>
              <a:gd name="connsiteY1-48" fmla="*/ 1224436 h 1224436"/>
              <a:gd name="connsiteX2-49" fmla="*/ 1062983 w 1282096"/>
              <a:gd name="connsiteY2-50" fmla="*/ 1171786 h 1224436"/>
              <a:gd name="connsiteX3-51" fmla="*/ 1279389 w 1282096"/>
              <a:gd name="connsiteY3-52" fmla="*/ 505758 h 1224436"/>
              <a:gd name="connsiteX4-53" fmla="*/ 1251710 w 1282096"/>
              <a:gd name="connsiteY4-54" fmla="*/ 420568 h 1224436"/>
              <a:gd name="connsiteX5-55" fmla="*/ 685152 w 1282096"/>
              <a:gd name="connsiteY5-56" fmla="*/ 8939 h 1224436"/>
              <a:gd name="connsiteX6-57" fmla="*/ 595578 w 1282096"/>
              <a:gd name="connsiteY6-58" fmla="*/ 8938 h 1224436"/>
              <a:gd name="connsiteX7-59" fmla="*/ 29020 w 1282096"/>
              <a:gd name="connsiteY7-60" fmla="*/ 420567 h 1224436"/>
              <a:gd name="connsiteX8-61" fmla="*/ 1340 w 1282096"/>
              <a:gd name="connsiteY8-62" fmla="*/ 505757 h 1224436"/>
              <a:gd name="connsiteX9-63" fmla="*/ 217745 w 1282096"/>
              <a:gd name="connsiteY9-64" fmla="*/ 1171785 h 1224436"/>
              <a:gd name="connsiteX10-65" fmla="*/ 290211 w 1282096"/>
              <a:gd name="connsiteY10-66" fmla="*/ 1224436 h 1224436"/>
              <a:gd name="connsiteX0-67" fmla="*/ 290211 w 1279747"/>
              <a:gd name="connsiteY0-68" fmla="*/ 1224436 h 1224436"/>
              <a:gd name="connsiteX1-69" fmla="*/ 990516 w 1279747"/>
              <a:gd name="connsiteY1-70" fmla="*/ 1224436 h 1224436"/>
              <a:gd name="connsiteX2-71" fmla="*/ 1062983 w 1279747"/>
              <a:gd name="connsiteY2-72" fmla="*/ 1171786 h 1224436"/>
              <a:gd name="connsiteX3-73" fmla="*/ 1279389 w 1279747"/>
              <a:gd name="connsiteY3-74" fmla="*/ 505758 h 1224436"/>
              <a:gd name="connsiteX4-75" fmla="*/ 1251710 w 1279747"/>
              <a:gd name="connsiteY4-76" fmla="*/ 420568 h 1224436"/>
              <a:gd name="connsiteX5-77" fmla="*/ 685152 w 1279747"/>
              <a:gd name="connsiteY5-78" fmla="*/ 8939 h 1224436"/>
              <a:gd name="connsiteX6-79" fmla="*/ 595578 w 1279747"/>
              <a:gd name="connsiteY6-80" fmla="*/ 8938 h 1224436"/>
              <a:gd name="connsiteX7-81" fmla="*/ 29020 w 1279747"/>
              <a:gd name="connsiteY7-82" fmla="*/ 420567 h 1224436"/>
              <a:gd name="connsiteX8-83" fmla="*/ 1340 w 1279747"/>
              <a:gd name="connsiteY8-84" fmla="*/ 505757 h 1224436"/>
              <a:gd name="connsiteX9-85" fmla="*/ 217745 w 1279747"/>
              <a:gd name="connsiteY9-86" fmla="*/ 1171785 h 1224436"/>
              <a:gd name="connsiteX10-87" fmla="*/ 290211 w 1279747"/>
              <a:gd name="connsiteY10-88" fmla="*/ 1224436 h 1224436"/>
              <a:gd name="connsiteX0-89" fmla="*/ 290211 w 1279389"/>
              <a:gd name="connsiteY0-90" fmla="*/ 1224436 h 1224436"/>
              <a:gd name="connsiteX1-91" fmla="*/ 990516 w 1279389"/>
              <a:gd name="connsiteY1-92" fmla="*/ 1224436 h 1224436"/>
              <a:gd name="connsiteX2-93" fmla="*/ 1062983 w 1279389"/>
              <a:gd name="connsiteY2-94" fmla="*/ 1171786 h 1224436"/>
              <a:gd name="connsiteX3-95" fmla="*/ 1279389 w 1279389"/>
              <a:gd name="connsiteY3-96" fmla="*/ 505758 h 1224436"/>
              <a:gd name="connsiteX4-97" fmla="*/ 1251710 w 1279389"/>
              <a:gd name="connsiteY4-98" fmla="*/ 420568 h 1224436"/>
              <a:gd name="connsiteX5-99" fmla="*/ 685152 w 1279389"/>
              <a:gd name="connsiteY5-100" fmla="*/ 8939 h 1224436"/>
              <a:gd name="connsiteX6-101" fmla="*/ 595578 w 1279389"/>
              <a:gd name="connsiteY6-102" fmla="*/ 8938 h 1224436"/>
              <a:gd name="connsiteX7-103" fmla="*/ 29020 w 1279389"/>
              <a:gd name="connsiteY7-104" fmla="*/ 420567 h 1224436"/>
              <a:gd name="connsiteX8-105" fmla="*/ 1340 w 1279389"/>
              <a:gd name="connsiteY8-106" fmla="*/ 505757 h 1224436"/>
              <a:gd name="connsiteX9-107" fmla="*/ 217745 w 1279389"/>
              <a:gd name="connsiteY9-108" fmla="*/ 1171785 h 1224436"/>
              <a:gd name="connsiteX10-109" fmla="*/ 290211 w 1279389"/>
              <a:gd name="connsiteY10-110" fmla="*/ 1224436 h 1224436"/>
              <a:gd name="connsiteX0-111" fmla="*/ 290211 w 1281237"/>
              <a:gd name="connsiteY0-112" fmla="*/ 1224436 h 1224436"/>
              <a:gd name="connsiteX1-113" fmla="*/ 990516 w 1281237"/>
              <a:gd name="connsiteY1-114" fmla="*/ 1224436 h 1224436"/>
              <a:gd name="connsiteX2-115" fmla="*/ 1062983 w 1281237"/>
              <a:gd name="connsiteY2-116" fmla="*/ 1171786 h 1224436"/>
              <a:gd name="connsiteX3-117" fmla="*/ 1279389 w 1281237"/>
              <a:gd name="connsiteY3-118" fmla="*/ 505758 h 1224436"/>
              <a:gd name="connsiteX4-119" fmla="*/ 1251710 w 1281237"/>
              <a:gd name="connsiteY4-120" fmla="*/ 420568 h 1224436"/>
              <a:gd name="connsiteX5-121" fmla="*/ 685152 w 1281237"/>
              <a:gd name="connsiteY5-122" fmla="*/ 8939 h 1224436"/>
              <a:gd name="connsiteX6-123" fmla="*/ 595578 w 1281237"/>
              <a:gd name="connsiteY6-124" fmla="*/ 8938 h 1224436"/>
              <a:gd name="connsiteX7-125" fmla="*/ 29020 w 1281237"/>
              <a:gd name="connsiteY7-126" fmla="*/ 420567 h 1224436"/>
              <a:gd name="connsiteX8-127" fmla="*/ 1340 w 1281237"/>
              <a:gd name="connsiteY8-128" fmla="*/ 505757 h 1224436"/>
              <a:gd name="connsiteX9-129" fmla="*/ 217745 w 1281237"/>
              <a:gd name="connsiteY9-130" fmla="*/ 1171785 h 1224436"/>
              <a:gd name="connsiteX10-131" fmla="*/ 290211 w 1281237"/>
              <a:gd name="connsiteY10-132" fmla="*/ 1224436 h 1224436"/>
              <a:gd name="connsiteX0-133" fmla="*/ 290211 w 1283420"/>
              <a:gd name="connsiteY0-134" fmla="*/ 1224436 h 1224436"/>
              <a:gd name="connsiteX1-135" fmla="*/ 990516 w 1283420"/>
              <a:gd name="connsiteY1-136" fmla="*/ 1224436 h 1224436"/>
              <a:gd name="connsiteX2-137" fmla="*/ 1062983 w 1283420"/>
              <a:gd name="connsiteY2-138" fmla="*/ 1171786 h 1224436"/>
              <a:gd name="connsiteX3-139" fmla="*/ 1279389 w 1283420"/>
              <a:gd name="connsiteY3-140" fmla="*/ 505758 h 1224436"/>
              <a:gd name="connsiteX4-141" fmla="*/ 1251710 w 1283420"/>
              <a:gd name="connsiteY4-142" fmla="*/ 420568 h 1224436"/>
              <a:gd name="connsiteX5-143" fmla="*/ 685152 w 1283420"/>
              <a:gd name="connsiteY5-144" fmla="*/ 8939 h 1224436"/>
              <a:gd name="connsiteX6-145" fmla="*/ 595578 w 1283420"/>
              <a:gd name="connsiteY6-146" fmla="*/ 8938 h 1224436"/>
              <a:gd name="connsiteX7-147" fmla="*/ 29020 w 1283420"/>
              <a:gd name="connsiteY7-148" fmla="*/ 420567 h 1224436"/>
              <a:gd name="connsiteX8-149" fmla="*/ 1340 w 1283420"/>
              <a:gd name="connsiteY8-150" fmla="*/ 505757 h 1224436"/>
              <a:gd name="connsiteX9-151" fmla="*/ 217745 w 1283420"/>
              <a:gd name="connsiteY9-152" fmla="*/ 1171785 h 1224436"/>
              <a:gd name="connsiteX10-153" fmla="*/ 290211 w 1283420"/>
              <a:gd name="connsiteY10-154" fmla="*/ 1224436 h 1224436"/>
              <a:gd name="connsiteX0-155" fmla="*/ 290211 w 1283420"/>
              <a:gd name="connsiteY0-156" fmla="*/ 1224436 h 1224436"/>
              <a:gd name="connsiteX1-157" fmla="*/ 990516 w 1283420"/>
              <a:gd name="connsiteY1-158" fmla="*/ 1224436 h 1224436"/>
              <a:gd name="connsiteX2-159" fmla="*/ 1062983 w 1283420"/>
              <a:gd name="connsiteY2-160" fmla="*/ 1171786 h 1224436"/>
              <a:gd name="connsiteX3-161" fmla="*/ 1279389 w 1283420"/>
              <a:gd name="connsiteY3-162" fmla="*/ 505758 h 1224436"/>
              <a:gd name="connsiteX4-163" fmla="*/ 1251710 w 1283420"/>
              <a:gd name="connsiteY4-164" fmla="*/ 420568 h 1224436"/>
              <a:gd name="connsiteX5-165" fmla="*/ 685152 w 1283420"/>
              <a:gd name="connsiteY5-166" fmla="*/ 8939 h 1224436"/>
              <a:gd name="connsiteX6-167" fmla="*/ 595578 w 1283420"/>
              <a:gd name="connsiteY6-168" fmla="*/ 8938 h 1224436"/>
              <a:gd name="connsiteX7-169" fmla="*/ 29020 w 1283420"/>
              <a:gd name="connsiteY7-170" fmla="*/ 420567 h 1224436"/>
              <a:gd name="connsiteX8-171" fmla="*/ 1340 w 1283420"/>
              <a:gd name="connsiteY8-172" fmla="*/ 505757 h 1224436"/>
              <a:gd name="connsiteX9-173" fmla="*/ 217745 w 1283420"/>
              <a:gd name="connsiteY9-174" fmla="*/ 1171785 h 1224436"/>
              <a:gd name="connsiteX10-175" fmla="*/ 290211 w 1283420"/>
              <a:gd name="connsiteY10-176" fmla="*/ 1224436 h 1224436"/>
              <a:gd name="connsiteX0-177" fmla="*/ 290211 w 1283420"/>
              <a:gd name="connsiteY0-178" fmla="*/ 1224436 h 1224436"/>
              <a:gd name="connsiteX1-179" fmla="*/ 990516 w 1283420"/>
              <a:gd name="connsiteY1-180" fmla="*/ 1224436 h 1224436"/>
              <a:gd name="connsiteX2-181" fmla="*/ 1062983 w 1283420"/>
              <a:gd name="connsiteY2-182" fmla="*/ 1171786 h 1224436"/>
              <a:gd name="connsiteX3-183" fmla="*/ 1279389 w 1283420"/>
              <a:gd name="connsiteY3-184" fmla="*/ 505758 h 1224436"/>
              <a:gd name="connsiteX4-185" fmla="*/ 1251710 w 1283420"/>
              <a:gd name="connsiteY4-186" fmla="*/ 420568 h 1224436"/>
              <a:gd name="connsiteX5-187" fmla="*/ 685152 w 1283420"/>
              <a:gd name="connsiteY5-188" fmla="*/ 8939 h 1224436"/>
              <a:gd name="connsiteX6-189" fmla="*/ 595578 w 1283420"/>
              <a:gd name="connsiteY6-190" fmla="*/ 8938 h 1224436"/>
              <a:gd name="connsiteX7-191" fmla="*/ 29020 w 1283420"/>
              <a:gd name="connsiteY7-192" fmla="*/ 420567 h 1224436"/>
              <a:gd name="connsiteX8-193" fmla="*/ 1340 w 1283420"/>
              <a:gd name="connsiteY8-194" fmla="*/ 505757 h 1224436"/>
              <a:gd name="connsiteX9-195" fmla="*/ 217745 w 1283420"/>
              <a:gd name="connsiteY9-196" fmla="*/ 1171785 h 1224436"/>
              <a:gd name="connsiteX10-197" fmla="*/ 290211 w 1283420"/>
              <a:gd name="connsiteY10-198" fmla="*/ 1224436 h 1224436"/>
              <a:gd name="connsiteX0-199" fmla="*/ 290211 w 1283420"/>
              <a:gd name="connsiteY0-200" fmla="*/ 1224436 h 1224436"/>
              <a:gd name="connsiteX1-201" fmla="*/ 990516 w 1283420"/>
              <a:gd name="connsiteY1-202" fmla="*/ 1224436 h 1224436"/>
              <a:gd name="connsiteX2-203" fmla="*/ 1062983 w 1283420"/>
              <a:gd name="connsiteY2-204" fmla="*/ 1171786 h 1224436"/>
              <a:gd name="connsiteX3-205" fmla="*/ 1279389 w 1283420"/>
              <a:gd name="connsiteY3-206" fmla="*/ 505758 h 1224436"/>
              <a:gd name="connsiteX4-207" fmla="*/ 1251710 w 1283420"/>
              <a:gd name="connsiteY4-208" fmla="*/ 420568 h 1224436"/>
              <a:gd name="connsiteX5-209" fmla="*/ 685152 w 1283420"/>
              <a:gd name="connsiteY5-210" fmla="*/ 8939 h 1224436"/>
              <a:gd name="connsiteX6-211" fmla="*/ 595578 w 1283420"/>
              <a:gd name="connsiteY6-212" fmla="*/ 8938 h 1224436"/>
              <a:gd name="connsiteX7-213" fmla="*/ 29020 w 1283420"/>
              <a:gd name="connsiteY7-214" fmla="*/ 420567 h 1224436"/>
              <a:gd name="connsiteX8-215" fmla="*/ 1340 w 1283420"/>
              <a:gd name="connsiteY8-216" fmla="*/ 505757 h 1224436"/>
              <a:gd name="connsiteX9-217" fmla="*/ 217745 w 1283420"/>
              <a:gd name="connsiteY9-218" fmla="*/ 1171785 h 1224436"/>
              <a:gd name="connsiteX10-219" fmla="*/ 290211 w 1283420"/>
              <a:gd name="connsiteY10-220" fmla="*/ 1224436 h 1224436"/>
              <a:gd name="connsiteX0-221" fmla="*/ 290211 w 1283420"/>
              <a:gd name="connsiteY0-222" fmla="*/ 1230580 h 1230580"/>
              <a:gd name="connsiteX1-223" fmla="*/ 990516 w 1283420"/>
              <a:gd name="connsiteY1-224" fmla="*/ 1230580 h 1230580"/>
              <a:gd name="connsiteX2-225" fmla="*/ 1062983 w 1283420"/>
              <a:gd name="connsiteY2-226" fmla="*/ 1177930 h 1230580"/>
              <a:gd name="connsiteX3-227" fmla="*/ 1279389 w 1283420"/>
              <a:gd name="connsiteY3-228" fmla="*/ 511902 h 1230580"/>
              <a:gd name="connsiteX4-229" fmla="*/ 1251710 w 1283420"/>
              <a:gd name="connsiteY4-230" fmla="*/ 426712 h 1230580"/>
              <a:gd name="connsiteX5-231" fmla="*/ 685152 w 1283420"/>
              <a:gd name="connsiteY5-232" fmla="*/ 15083 h 1230580"/>
              <a:gd name="connsiteX6-233" fmla="*/ 595578 w 1283420"/>
              <a:gd name="connsiteY6-234" fmla="*/ 15082 h 1230580"/>
              <a:gd name="connsiteX7-235" fmla="*/ 29020 w 1283420"/>
              <a:gd name="connsiteY7-236" fmla="*/ 426711 h 1230580"/>
              <a:gd name="connsiteX8-237" fmla="*/ 1340 w 1283420"/>
              <a:gd name="connsiteY8-238" fmla="*/ 511901 h 1230580"/>
              <a:gd name="connsiteX9-239" fmla="*/ 217745 w 1283420"/>
              <a:gd name="connsiteY9-240" fmla="*/ 1177929 h 1230580"/>
              <a:gd name="connsiteX10-241" fmla="*/ 290211 w 1283420"/>
              <a:gd name="connsiteY10-242" fmla="*/ 1230580 h 1230580"/>
              <a:gd name="connsiteX0-243" fmla="*/ 290211 w 1283420"/>
              <a:gd name="connsiteY0-244" fmla="*/ 1230580 h 1230580"/>
              <a:gd name="connsiteX1-245" fmla="*/ 990516 w 1283420"/>
              <a:gd name="connsiteY1-246" fmla="*/ 1230580 h 1230580"/>
              <a:gd name="connsiteX2-247" fmla="*/ 1062983 w 1283420"/>
              <a:gd name="connsiteY2-248" fmla="*/ 1177930 h 1230580"/>
              <a:gd name="connsiteX3-249" fmla="*/ 1279389 w 1283420"/>
              <a:gd name="connsiteY3-250" fmla="*/ 511902 h 1230580"/>
              <a:gd name="connsiteX4-251" fmla="*/ 1251710 w 1283420"/>
              <a:gd name="connsiteY4-252" fmla="*/ 426712 h 1230580"/>
              <a:gd name="connsiteX5-253" fmla="*/ 685152 w 1283420"/>
              <a:gd name="connsiteY5-254" fmla="*/ 15083 h 1230580"/>
              <a:gd name="connsiteX6-255" fmla="*/ 595578 w 1283420"/>
              <a:gd name="connsiteY6-256" fmla="*/ 15082 h 1230580"/>
              <a:gd name="connsiteX7-257" fmla="*/ 29020 w 1283420"/>
              <a:gd name="connsiteY7-258" fmla="*/ 426711 h 1230580"/>
              <a:gd name="connsiteX8-259" fmla="*/ 1340 w 1283420"/>
              <a:gd name="connsiteY8-260" fmla="*/ 511901 h 1230580"/>
              <a:gd name="connsiteX9-261" fmla="*/ 217745 w 1283420"/>
              <a:gd name="connsiteY9-262" fmla="*/ 1177929 h 1230580"/>
              <a:gd name="connsiteX10-263" fmla="*/ 290211 w 1283420"/>
              <a:gd name="connsiteY10-264" fmla="*/ 1230580 h 1230580"/>
              <a:gd name="connsiteX0-265" fmla="*/ 290211 w 1283420"/>
              <a:gd name="connsiteY0-266" fmla="*/ 1230580 h 1230580"/>
              <a:gd name="connsiteX1-267" fmla="*/ 990516 w 1283420"/>
              <a:gd name="connsiteY1-268" fmla="*/ 1230580 h 1230580"/>
              <a:gd name="connsiteX2-269" fmla="*/ 1062983 w 1283420"/>
              <a:gd name="connsiteY2-270" fmla="*/ 1177930 h 1230580"/>
              <a:gd name="connsiteX3-271" fmla="*/ 1279389 w 1283420"/>
              <a:gd name="connsiteY3-272" fmla="*/ 511902 h 1230580"/>
              <a:gd name="connsiteX4-273" fmla="*/ 1251710 w 1283420"/>
              <a:gd name="connsiteY4-274" fmla="*/ 426712 h 1230580"/>
              <a:gd name="connsiteX5-275" fmla="*/ 685152 w 1283420"/>
              <a:gd name="connsiteY5-276" fmla="*/ 15083 h 1230580"/>
              <a:gd name="connsiteX6-277" fmla="*/ 595578 w 1283420"/>
              <a:gd name="connsiteY6-278" fmla="*/ 15082 h 1230580"/>
              <a:gd name="connsiteX7-279" fmla="*/ 29020 w 1283420"/>
              <a:gd name="connsiteY7-280" fmla="*/ 426711 h 1230580"/>
              <a:gd name="connsiteX8-281" fmla="*/ 1340 w 1283420"/>
              <a:gd name="connsiteY8-282" fmla="*/ 511901 h 1230580"/>
              <a:gd name="connsiteX9-283" fmla="*/ 217745 w 1283420"/>
              <a:gd name="connsiteY9-284" fmla="*/ 1177929 h 1230580"/>
              <a:gd name="connsiteX10-285" fmla="*/ 290211 w 1283420"/>
              <a:gd name="connsiteY10-286" fmla="*/ 1230580 h 1230580"/>
              <a:gd name="connsiteX0-287" fmla="*/ 288871 w 1282080"/>
              <a:gd name="connsiteY0-288" fmla="*/ 1230580 h 1230580"/>
              <a:gd name="connsiteX1-289" fmla="*/ 989176 w 1282080"/>
              <a:gd name="connsiteY1-290" fmla="*/ 1230580 h 1230580"/>
              <a:gd name="connsiteX2-291" fmla="*/ 1061643 w 1282080"/>
              <a:gd name="connsiteY2-292" fmla="*/ 1177930 h 1230580"/>
              <a:gd name="connsiteX3-293" fmla="*/ 1278049 w 1282080"/>
              <a:gd name="connsiteY3-294" fmla="*/ 511902 h 1230580"/>
              <a:gd name="connsiteX4-295" fmla="*/ 1250370 w 1282080"/>
              <a:gd name="connsiteY4-296" fmla="*/ 426712 h 1230580"/>
              <a:gd name="connsiteX5-297" fmla="*/ 683812 w 1282080"/>
              <a:gd name="connsiteY5-298" fmla="*/ 15083 h 1230580"/>
              <a:gd name="connsiteX6-299" fmla="*/ 594238 w 1282080"/>
              <a:gd name="connsiteY6-300" fmla="*/ 15082 h 1230580"/>
              <a:gd name="connsiteX7-301" fmla="*/ 27680 w 1282080"/>
              <a:gd name="connsiteY7-302" fmla="*/ 426711 h 1230580"/>
              <a:gd name="connsiteX8-303" fmla="*/ 0 w 1282080"/>
              <a:gd name="connsiteY8-304" fmla="*/ 511901 h 1230580"/>
              <a:gd name="connsiteX9-305" fmla="*/ 216405 w 1282080"/>
              <a:gd name="connsiteY9-306" fmla="*/ 1177929 h 1230580"/>
              <a:gd name="connsiteX10-307" fmla="*/ 288871 w 1282080"/>
              <a:gd name="connsiteY10-308" fmla="*/ 1230580 h 1230580"/>
              <a:gd name="connsiteX0-309" fmla="*/ 292900 w 1286109"/>
              <a:gd name="connsiteY0-310" fmla="*/ 1230580 h 1230580"/>
              <a:gd name="connsiteX1-311" fmla="*/ 993205 w 1286109"/>
              <a:gd name="connsiteY1-312" fmla="*/ 1230580 h 1230580"/>
              <a:gd name="connsiteX2-313" fmla="*/ 1065672 w 1286109"/>
              <a:gd name="connsiteY2-314" fmla="*/ 1177930 h 1230580"/>
              <a:gd name="connsiteX3-315" fmla="*/ 1282078 w 1286109"/>
              <a:gd name="connsiteY3-316" fmla="*/ 511902 h 1230580"/>
              <a:gd name="connsiteX4-317" fmla="*/ 1254399 w 1286109"/>
              <a:gd name="connsiteY4-318" fmla="*/ 426712 h 1230580"/>
              <a:gd name="connsiteX5-319" fmla="*/ 687841 w 1286109"/>
              <a:gd name="connsiteY5-320" fmla="*/ 15083 h 1230580"/>
              <a:gd name="connsiteX6-321" fmla="*/ 598267 w 1286109"/>
              <a:gd name="connsiteY6-322" fmla="*/ 15082 h 1230580"/>
              <a:gd name="connsiteX7-323" fmla="*/ 31709 w 1286109"/>
              <a:gd name="connsiteY7-324" fmla="*/ 426711 h 1230580"/>
              <a:gd name="connsiteX8-325" fmla="*/ 4029 w 1286109"/>
              <a:gd name="connsiteY8-326" fmla="*/ 511901 h 1230580"/>
              <a:gd name="connsiteX9-327" fmla="*/ 220434 w 1286109"/>
              <a:gd name="connsiteY9-328" fmla="*/ 1177929 h 1230580"/>
              <a:gd name="connsiteX10-329" fmla="*/ 292900 w 1286109"/>
              <a:gd name="connsiteY10-330" fmla="*/ 1230580 h 1230580"/>
              <a:gd name="connsiteX0-331" fmla="*/ 292900 w 1286109"/>
              <a:gd name="connsiteY0-332" fmla="*/ 1230580 h 1230580"/>
              <a:gd name="connsiteX1-333" fmla="*/ 993205 w 1286109"/>
              <a:gd name="connsiteY1-334" fmla="*/ 1230580 h 1230580"/>
              <a:gd name="connsiteX2-335" fmla="*/ 1065672 w 1286109"/>
              <a:gd name="connsiteY2-336" fmla="*/ 1177930 h 1230580"/>
              <a:gd name="connsiteX3-337" fmla="*/ 1282078 w 1286109"/>
              <a:gd name="connsiteY3-338" fmla="*/ 511902 h 1230580"/>
              <a:gd name="connsiteX4-339" fmla="*/ 1254399 w 1286109"/>
              <a:gd name="connsiteY4-340" fmla="*/ 426712 h 1230580"/>
              <a:gd name="connsiteX5-341" fmla="*/ 687841 w 1286109"/>
              <a:gd name="connsiteY5-342" fmla="*/ 15083 h 1230580"/>
              <a:gd name="connsiteX6-343" fmla="*/ 598267 w 1286109"/>
              <a:gd name="connsiteY6-344" fmla="*/ 15082 h 1230580"/>
              <a:gd name="connsiteX7-345" fmla="*/ 31709 w 1286109"/>
              <a:gd name="connsiteY7-346" fmla="*/ 426711 h 1230580"/>
              <a:gd name="connsiteX8-347" fmla="*/ 4029 w 1286109"/>
              <a:gd name="connsiteY8-348" fmla="*/ 511901 h 1230580"/>
              <a:gd name="connsiteX9-349" fmla="*/ 220434 w 1286109"/>
              <a:gd name="connsiteY9-350" fmla="*/ 1177929 h 1230580"/>
              <a:gd name="connsiteX10-351" fmla="*/ 292900 w 1286109"/>
              <a:gd name="connsiteY10-352" fmla="*/ 1230580 h 1230580"/>
              <a:gd name="connsiteX0-353" fmla="*/ 292900 w 1286109"/>
              <a:gd name="connsiteY0-354" fmla="*/ 1230580 h 1230580"/>
              <a:gd name="connsiteX1-355" fmla="*/ 993205 w 1286109"/>
              <a:gd name="connsiteY1-356" fmla="*/ 1230580 h 1230580"/>
              <a:gd name="connsiteX2-357" fmla="*/ 1065672 w 1286109"/>
              <a:gd name="connsiteY2-358" fmla="*/ 1177930 h 1230580"/>
              <a:gd name="connsiteX3-359" fmla="*/ 1282078 w 1286109"/>
              <a:gd name="connsiteY3-360" fmla="*/ 511902 h 1230580"/>
              <a:gd name="connsiteX4-361" fmla="*/ 1254399 w 1286109"/>
              <a:gd name="connsiteY4-362" fmla="*/ 426712 h 1230580"/>
              <a:gd name="connsiteX5-363" fmla="*/ 687841 w 1286109"/>
              <a:gd name="connsiteY5-364" fmla="*/ 15083 h 1230580"/>
              <a:gd name="connsiteX6-365" fmla="*/ 598267 w 1286109"/>
              <a:gd name="connsiteY6-366" fmla="*/ 15082 h 1230580"/>
              <a:gd name="connsiteX7-367" fmla="*/ 31709 w 1286109"/>
              <a:gd name="connsiteY7-368" fmla="*/ 426711 h 1230580"/>
              <a:gd name="connsiteX8-369" fmla="*/ 4029 w 1286109"/>
              <a:gd name="connsiteY8-370" fmla="*/ 511901 h 1230580"/>
              <a:gd name="connsiteX9-371" fmla="*/ 220434 w 1286109"/>
              <a:gd name="connsiteY9-372" fmla="*/ 1177929 h 1230580"/>
              <a:gd name="connsiteX10-373" fmla="*/ 292900 w 1286109"/>
              <a:gd name="connsiteY10-374" fmla="*/ 1230580 h 1230580"/>
              <a:gd name="connsiteX0-375" fmla="*/ 292900 w 1286109"/>
              <a:gd name="connsiteY0-376" fmla="*/ 1230580 h 1230580"/>
              <a:gd name="connsiteX1-377" fmla="*/ 993205 w 1286109"/>
              <a:gd name="connsiteY1-378" fmla="*/ 1230580 h 1230580"/>
              <a:gd name="connsiteX2-379" fmla="*/ 1065672 w 1286109"/>
              <a:gd name="connsiteY2-380" fmla="*/ 1177930 h 1230580"/>
              <a:gd name="connsiteX3-381" fmla="*/ 1282078 w 1286109"/>
              <a:gd name="connsiteY3-382" fmla="*/ 511902 h 1230580"/>
              <a:gd name="connsiteX4-383" fmla="*/ 1254399 w 1286109"/>
              <a:gd name="connsiteY4-384" fmla="*/ 426712 h 1230580"/>
              <a:gd name="connsiteX5-385" fmla="*/ 687841 w 1286109"/>
              <a:gd name="connsiteY5-386" fmla="*/ 15083 h 1230580"/>
              <a:gd name="connsiteX6-387" fmla="*/ 598267 w 1286109"/>
              <a:gd name="connsiteY6-388" fmla="*/ 15082 h 1230580"/>
              <a:gd name="connsiteX7-389" fmla="*/ 31709 w 1286109"/>
              <a:gd name="connsiteY7-390" fmla="*/ 426711 h 1230580"/>
              <a:gd name="connsiteX8-391" fmla="*/ 4029 w 1286109"/>
              <a:gd name="connsiteY8-392" fmla="*/ 511901 h 1230580"/>
              <a:gd name="connsiteX9-393" fmla="*/ 220434 w 1286109"/>
              <a:gd name="connsiteY9-394" fmla="*/ 1177929 h 1230580"/>
              <a:gd name="connsiteX10-395" fmla="*/ 292900 w 1286109"/>
              <a:gd name="connsiteY10-396" fmla="*/ 1230580 h 12305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286109" h="1230580">
                <a:moveTo>
                  <a:pt x="292900" y="1230580"/>
                </a:moveTo>
                <a:cubicBezTo>
                  <a:pt x="292900" y="1230580"/>
                  <a:pt x="993205" y="1230580"/>
                  <a:pt x="993205" y="1230580"/>
                </a:cubicBezTo>
                <a:cubicBezTo>
                  <a:pt x="1027419" y="1230580"/>
                  <a:pt x="1055099" y="1210470"/>
                  <a:pt x="1065672" y="1177930"/>
                </a:cubicBezTo>
                <a:cubicBezTo>
                  <a:pt x="1065672" y="1177930"/>
                  <a:pt x="1282079" y="511902"/>
                  <a:pt x="1282078" y="511902"/>
                </a:cubicBezTo>
                <a:cubicBezTo>
                  <a:pt x="1292652" y="479362"/>
                  <a:pt x="1282080" y="446822"/>
                  <a:pt x="1254399" y="426712"/>
                </a:cubicBezTo>
                <a:cubicBezTo>
                  <a:pt x="1254399" y="426712"/>
                  <a:pt x="687841" y="15083"/>
                  <a:pt x="687841" y="15083"/>
                </a:cubicBezTo>
                <a:cubicBezTo>
                  <a:pt x="660162" y="-5027"/>
                  <a:pt x="625947" y="-5028"/>
                  <a:pt x="598267" y="15082"/>
                </a:cubicBezTo>
                <a:cubicBezTo>
                  <a:pt x="598267" y="15082"/>
                  <a:pt x="31709" y="426711"/>
                  <a:pt x="31709" y="426711"/>
                </a:cubicBezTo>
                <a:cubicBezTo>
                  <a:pt x="4030" y="446822"/>
                  <a:pt x="-6543" y="479361"/>
                  <a:pt x="4029" y="511901"/>
                </a:cubicBezTo>
                <a:cubicBezTo>
                  <a:pt x="4030" y="511901"/>
                  <a:pt x="220435" y="1177929"/>
                  <a:pt x="220434" y="1177929"/>
                </a:cubicBezTo>
                <a:cubicBezTo>
                  <a:pt x="231008" y="1210469"/>
                  <a:pt x="258687" y="1230580"/>
                  <a:pt x="292900" y="123058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64000">
                <a:schemeClr val="accent1">
                  <a:alpha val="100000"/>
                </a:schemeClr>
              </a:gs>
            </a:gsLst>
            <a:lin ang="48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4"/>
          <p:cNvSpPr/>
          <p:nvPr>
            <p:custDataLst>
              <p:tags r:id="rId3"/>
            </p:custDataLst>
          </p:nvPr>
        </p:nvSpPr>
        <p:spPr>
          <a:xfrm>
            <a:off x="4539720" y="4922477"/>
            <a:ext cx="1272010" cy="1217090"/>
          </a:xfrm>
          <a:custGeom>
            <a:avLst/>
            <a:gdLst>
              <a:gd name="connsiteX0" fmla="*/ 290211 w 1282096"/>
              <a:gd name="connsiteY0" fmla="*/ 1224436 h 1224436"/>
              <a:gd name="connsiteX1" fmla="*/ 990516 w 1282096"/>
              <a:gd name="connsiteY1" fmla="*/ 1224436 h 1224436"/>
              <a:gd name="connsiteX2" fmla="*/ 1062983 w 1282096"/>
              <a:gd name="connsiteY2" fmla="*/ 1171786 h 1224436"/>
              <a:gd name="connsiteX3" fmla="*/ 1279389 w 1282096"/>
              <a:gd name="connsiteY3" fmla="*/ 505758 h 1224436"/>
              <a:gd name="connsiteX4" fmla="*/ 1251710 w 1282096"/>
              <a:gd name="connsiteY4" fmla="*/ 420568 h 1224436"/>
              <a:gd name="connsiteX5" fmla="*/ 685152 w 1282096"/>
              <a:gd name="connsiteY5" fmla="*/ 8939 h 1224436"/>
              <a:gd name="connsiteX6" fmla="*/ 595578 w 1282096"/>
              <a:gd name="connsiteY6" fmla="*/ 8938 h 1224436"/>
              <a:gd name="connsiteX7" fmla="*/ 29020 w 1282096"/>
              <a:gd name="connsiteY7" fmla="*/ 420567 h 1224436"/>
              <a:gd name="connsiteX8" fmla="*/ 1340 w 1282096"/>
              <a:gd name="connsiteY8" fmla="*/ 505757 h 1224436"/>
              <a:gd name="connsiteX9" fmla="*/ 217745 w 1282096"/>
              <a:gd name="connsiteY9" fmla="*/ 1171785 h 1224436"/>
              <a:gd name="connsiteX10" fmla="*/ 290211 w 1282096"/>
              <a:gd name="connsiteY10" fmla="*/ 1224436 h 1224436"/>
              <a:gd name="connsiteX0-1" fmla="*/ 290211 w 1282096"/>
              <a:gd name="connsiteY0-2" fmla="*/ 1224436 h 1224436"/>
              <a:gd name="connsiteX1-3" fmla="*/ 990516 w 1282096"/>
              <a:gd name="connsiteY1-4" fmla="*/ 1224436 h 1224436"/>
              <a:gd name="connsiteX2-5" fmla="*/ 1062983 w 1282096"/>
              <a:gd name="connsiteY2-6" fmla="*/ 1171786 h 1224436"/>
              <a:gd name="connsiteX3-7" fmla="*/ 1279389 w 1282096"/>
              <a:gd name="connsiteY3-8" fmla="*/ 505758 h 1224436"/>
              <a:gd name="connsiteX4-9" fmla="*/ 1251710 w 1282096"/>
              <a:gd name="connsiteY4-10" fmla="*/ 420568 h 1224436"/>
              <a:gd name="connsiteX5-11" fmla="*/ 685152 w 1282096"/>
              <a:gd name="connsiteY5-12" fmla="*/ 8939 h 1224436"/>
              <a:gd name="connsiteX6-13" fmla="*/ 595578 w 1282096"/>
              <a:gd name="connsiteY6-14" fmla="*/ 8938 h 1224436"/>
              <a:gd name="connsiteX7-15" fmla="*/ 29020 w 1282096"/>
              <a:gd name="connsiteY7-16" fmla="*/ 420567 h 1224436"/>
              <a:gd name="connsiteX8-17" fmla="*/ 1340 w 1282096"/>
              <a:gd name="connsiteY8-18" fmla="*/ 505757 h 1224436"/>
              <a:gd name="connsiteX9-19" fmla="*/ 217745 w 1282096"/>
              <a:gd name="connsiteY9-20" fmla="*/ 1171785 h 1224436"/>
              <a:gd name="connsiteX10-21" fmla="*/ 290211 w 1282096"/>
              <a:gd name="connsiteY10-22" fmla="*/ 1224436 h 1224436"/>
              <a:gd name="connsiteX0-23" fmla="*/ 290211 w 1282096"/>
              <a:gd name="connsiteY0-24" fmla="*/ 1224436 h 1224436"/>
              <a:gd name="connsiteX1-25" fmla="*/ 990516 w 1282096"/>
              <a:gd name="connsiteY1-26" fmla="*/ 1224436 h 1224436"/>
              <a:gd name="connsiteX2-27" fmla="*/ 1062983 w 1282096"/>
              <a:gd name="connsiteY2-28" fmla="*/ 1171786 h 1224436"/>
              <a:gd name="connsiteX3-29" fmla="*/ 1279389 w 1282096"/>
              <a:gd name="connsiteY3-30" fmla="*/ 505758 h 1224436"/>
              <a:gd name="connsiteX4-31" fmla="*/ 1251710 w 1282096"/>
              <a:gd name="connsiteY4-32" fmla="*/ 420568 h 1224436"/>
              <a:gd name="connsiteX5-33" fmla="*/ 685152 w 1282096"/>
              <a:gd name="connsiteY5-34" fmla="*/ 8939 h 1224436"/>
              <a:gd name="connsiteX6-35" fmla="*/ 595578 w 1282096"/>
              <a:gd name="connsiteY6-36" fmla="*/ 8938 h 1224436"/>
              <a:gd name="connsiteX7-37" fmla="*/ 29020 w 1282096"/>
              <a:gd name="connsiteY7-38" fmla="*/ 420567 h 1224436"/>
              <a:gd name="connsiteX8-39" fmla="*/ 1340 w 1282096"/>
              <a:gd name="connsiteY8-40" fmla="*/ 505757 h 1224436"/>
              <a:gd name="connsiteX9-41" fmla="*/ 217745 w 1282096"/>
              <a:gd name="connsiteY9-42" fmla="*/ 1171785 h 1224436"/>
              <a:gd name="connsiteX10-43" fmla="*/ 290211 w 1282096"/>
              <a:gd name="connsiteY10-44" fmla="*/ 1224436 h 1224436"/>
              <a:gd name="connsiteX0-45" fmla="*/ 290211 w 1282096"/>
              <a:gd name="connsiteY0-46" fmla="*/ 1224436 h 1224436"/>
              <a:gd name="connsiteX1-47" fmla="*/ 990516 w 1282096"/>
              <a:gd name="connsiteY1-48" fmla="*/ 1224436 h 1224436"/>
              <a:gd name="connsiteX2-49" fmla="*/ 1062983 w 1282096"/>
              <a:gd name="connsiteY2-50" fmla="*/ 1171786 h 1224436"/>
              <a:gd name="connsiteX3-51" fmla="*/ 1279389 w 1282096"/>
              <a:gd name="connsiteY3-52" fmla="*/ 505758 h 1224436"/>
              <a:gd name="connsiteX4-53" fmla="*/ 1251710 w 1282096"/>
              <a:gd name="connsiteY4-54" fmla="*/ 420568 h 1224436"/>
              <a:gd name="connsiteX5-55" fmla="*/ 685152 w 1282096"/>
              <a:gd name="connsiteY5-56" fmla="*/ 8939 h 1224436"/>
              <a:gd name="connsiteX6-57" fmla="*/ 595578 w 1282096"/>
              <a:gd name="connsiteY6-58" fmla="*/ 8938 h 1224436"/>
              <a:gd name="connsiteX7-59" fmla="*/ 29020 w 1282096"/>
              <a:gd name="connsiteY7-60" fmla="*/ 420567 h 1224436"/>
              <a:gd name="connsiteX8-61" fmla="*/ 1340 w 1282096"/>
              <a:gd name="connsiteY8-62" fmla="*/ 505757 h 1224436"/>
              <a:gd name="connsiteX9-63" fmla="*/ 217745 w 1282096"/>
              <a:gd name="connsiteY9-64" fmla="*/ 1171785 h 1224436"/>
              <a:gd name="connsiteX10-65" fmla="*/ 290211 w 1282096"/>
              <a:gd name="connsiteY10-66" fmla="*/ 1224436 h 1224436"/>
              <a:gd name="connsiteX0-67" fmla="*/ 290211 w 1279747"/>
              <a:gd name="connsiteY0-68" fmla="*/ 1224436 h 1224436"/>
              <a:gd name="connsiteX1-69" fmla="*/ 990516 w 1279747"/>
              <a:gd name="connsiteY1-70" fmla="*/ 1224436 h 1224436"/>
              <a:gd name="connsiteX2-71" fmla="*/ 1062983 w 1279747"/>
              <a:gd name="connsiteY2-72" fmla="*/ 1171786 h 1224436"/>
              <a:gd name="connsiteX3-73" fmla="*/ 1279389 w 1279747"/>
              <a:gd name="connsiteY3-74" fmla="*/ 505758 h 1224436"/>
              <a:gd name="connsiteX4-75" fmla="*/ 1251710 w 1279747"/>
              <a:gd name="connsiteY4-76" fmla="*/ 420568 h 1224436"/>
              <a:gd name="connsiteX5-77" fmla="*/ 685152 w 1279747"/>
              <a:gd name="connsiteY5-78" fmla="*/ 8939 h 1224436"/>
              <a:gd name="connsiteX6-79" fmla="*/ 595578 w 1279747"/>
              <a:gd name="connsiteY6-80" fmla="*/ 8938 h 1224436"/>
              <a:gd name="connsiteX7-81" fmla="*/ 29020 w 1279747"/>
              <a:gd name="connsiteY7-82" fmla="*/ 420567 h 1224436"/>
              <a:gd name="connsiteX8-83" fmla="*/ 1340 w 1279747"/>
              <a:gd name="connsiteY8-84" fmla="*/ 505757 h 1224436"/>
              <a:gd name="connsiteX9-85" fmla="*/ 217745 w 1279747"/>
              <a:gd name="connsiteY9-86" fmla="*/ 1171785 h 1224436"/>
              <a:gd name="connsiteX10-87" fmla="*/ 290211 w 1279747"/>
              <a:gd name="connsiteY10-88" fmla="*/ 1224436 h 1224436"/>
              <a:gd name="connsiteX0-89" fmla="*/ 290211 w 1279389"/>
              <a:gd name="connsiteY0-90" fmla="*/ 1224436 h 1224436"/>
              <a:gd name="connsiteX1-91" fmla="*/ 990516 w 1279389"/>
              <a:gd name="connsiteY1-92" fmla="*/ 1224436 h 1224436"/>
              <a:gd name="connsiteX2-93" fmla="*/ 1062983 w 1279389"/>
              <a:gd name="connsiteY2-94" fmla="*/ 1171786 h 1224436"/>
              <a:gd name="connsiteX3-95" fmla="*/ 1279389 w 1279389"/>
              <a:gd name="connsiteY3-96" fmla="*/ 505758 h 1224436"/>
              <a:gd name="connsiteX4-97" fmla="*/ 1251710 w 1279389"/>
              <a:gd name="connsiteY4-98" fmla="*/ 420568 h 1224436"/>
              <a:gd name="connsiteX5-99" fmla="*/ 685152 w 1279389"/>
              <a:gd name="connsiteY5-100" fmla="*/ 8939 h 1224436"/>
              <a:gd name="connsiteX6-101" fmla="*/ 595578 w 1279389"/>
              <a:gd name="connsiteY6-102" fmla="*/ 8938 h 1224436"/>
              <a:gd name="connsiteX7-103" fmla="*/ 29020 w 1279389"/>
              <a:gd name="connsiteY7-104" fmla="*/ 420567 h 1224436"/>
              <a:gd name="connsiteX8-105" fmla="*/ 1340 w 1279389"/>
              <a:gd name="connsiteY8-106" fmla="*/ 505757 h 1224436"/>
              <a:gd name="connsiteX9-107" fmla="*/ 217745 w 1279389"/>
              <a:gd name="connsiteY9-108" fmla="*/ 1171785 h 1224436"/>
              <a:gd name="connsiteX10-109" fmla="*/ 290211 w 1279389"/>
              <a:gd name="connsiteY10-110" fmla="*/ 1224436 h 1224436"/>
              <a:gd name="connsiteX0-111" fmla="*/ 290211 w 1281237"/>
              <a:gd name="connsiteY0-112" fmla="*/ 1224436 h 1224436"/>
              <a:gd name="connsiteX1-113" fmla="*/ 990516 w 1281237"/>
              <a:gd name="connsiteY1-114" fmla="*/ 1224436 h 1224436"/>
              <a:gd name="connsiteX2-115" fmla="*/ 1062983 w 1281237"/>
              <a:gd name="connsiteY2-116" fmla="*/ 1171786 h 1224436"/>
              <a:gd name="connsiteX3-117" fmla="*/ 1279389 w 1281237"/>
              <a:gd name="connsiteY3-118" fmla="*/ 505758 h 1224436"/>
              <a:gd name="connsiteX4-119" fmla="*/ 1251710 w 1281237"/>
              <a:gd name="connsiteY4-120" fmla="*/ 420568 h 1224436"/>
              <a:gd name="connsiteX5-121" fmla="*/ 685152 w 1281237"/>
              <a:gd name="connsiteY5-122" fmla="*/ 8939 h 1224436"/>
              <a:gd name="connsiteX6-123" fmla="*/ 595578 w 1281237"/>
              <a:gd name="connsiteY6-124" fmla="*/ 8938 h 1224436"/>
              <a:gd name="connsiteX7-125" fmla="*/ 29020 w 1281237"/>
              <a:gd name="connsiteY7-126" fmla="*/ 420567 h 1224436"/>
              <a:gd name="connsiteX8-127" fmla="*/ 1340 w 1281237"/>
              <a:gd name="connsiteY8-128" fmla="*/ 505757 h 1224436"/>
              <a:gd name="connsiteX9-129" fmla="*/ 217745 w 1281237"/>
              <a:gd name="connsiteY9-130" fmla="*/ 1171785 h 1224436"/>
              <a:gd name="connsiteX10-131" fmla="*/ 290211 w 1281237"/>
              <a:gd name="connsiteY10-132" fmla="*/ 1224436 h 1224436"/>
              <a:gd name="connsiteX0-133" fmla="*/ 290211 w 1283420"/>
              <a:gd name="connsiteY0-134" fmla="*/ 1224436 h 1224436"/>
              <a:gd name="connsiteX1-135" fmla="*/ 990516 w 1283420"/>
              <a:gd name="connsiteY1-136" fmla="*/ 1224436 h 1224436"/>
              <a:gd name="connsiteX2-137" fmla="*/ 1062983 w 1283420"/>
              <a:gd name="connsiteY2-138" fmla="*/ 1171786 h 1224436"/>
              <a:gd name="connsiteX3-139" fmla="*/ 1279389 w 1283420"/>
              <a:gd name="connsiteY3-140" fmla="*/ 505758 h 1224436"/>
              <a:gd name="connsiteX4-141" fmla="*/ 1251710 w 1283420"/>
              <a:gd name="connsiteY4-142" fmla="*/ 420568 h 1224436"/>
              <a:gd name="connsiteX5-143" fmla="*/ 685152 w 1283420"/>
              <a:gd name="connsiteY5-144" fmla="*/ 8939 h 1224436"/>
              <a:gd name="connsiteX6-145" fmla="*/ 595578 w 1283420"/>
              <a:gd name="connsiteY6-146" fmla="*/ 8938 h 1224436"/>
              <a:gd name="connsiteX7-147" fmla="*/ 29020 w 1283420"/>
              <a:gd name="connsiteY7-148" fmla="*/ 420567 h 1224436"/>
              <a:gd name="connsiteX8-149" fmla="*/ 1340 w 1283420"/>
              <a:gd name="connsiteY8-150" fmla="*/ 505757 h 1224436"/>
              <a:gd name="connsiteX9-151" fmla="*/ 217745 w 1283420"/>
              <a:gd name="connsiteY9-152" fmla="*/ 1171785 h 1224436"/>
              <a:gd name="connsiteX10-153" fmla="*/ 290211 w 1283420"/>
              <a:gd name="connsiteY10-154" fmla="*/ 1224436 h 1224436"/>
              <a:gd name="connsiteX0-155" fmla="*/ 290211 w 1283420"/>
              <a:gd name="connsiteY0-156" fmla="*/ 1224436 h 1224436"/>
              <a:gd name="connsiteX1-157" fmla="*/ 990516 w 1283420"/>
              <a:gd name="connsiteY1-158" fmla="*/ 1224436 h 1224436"/>
              <a:gd name="connsiteX2-159" fmla="*/ 1062983 w 1283420"/>
              <a:gd name="connsiteY2-160" fmla="*/ 1171786 h 1224436"/>
              <a:gd name="connsiteX3-161" fmla="*/ 1279389 w 1283420"/>
              <a:gd name="connsiteY3-162" fmla="*/ 505758 h 1224436"/>
              <a:gd name="connsiteX4-163" fmla="*/ 1251710 w 1283420"/>
              <a:gd name="connsiteY4-164" fmla="*/ 420568 h 1224436"/>
              <a:gd name="connsiteX5-165" fmla="*/ 685152 w 1283420"/>
              <a:gd name="connsiteY5-166" fmla="*/ 8939 h 1224436"/>
              <a:gd name="connsiteX6-167" fmla="*/ 595578 w 1283420"/>
              <a:gd name="connsiteY6-168" fmla="*/ 8938 h 1224436"/>
              <a:gd name="connsiteX7-169" fmla="*/ 29020 w 1283420"/>
              <a:gd name="connsiteY7-170" fmla="*/ 420567 h 1224436"/>
              <a:gd name="connsiteX8-171" fmla="*/ 1340 w 1283420"/>
              <a:gd name="connsiteY8-172" fmla="*/ 505757 h 1224436"/>
              <a:gd name="connsiteX9-173" fmla="*/ 217745 w 1283420"/>
              <a:gd name="connsiteY9-174" fmla="*/ 1171785 h 1224436"/>
              <a:gd name="connsiteX10-175" fmla="*/ 290211 w 1283420"/>
              <a:gd name="connsiteY10-176" fmla="*/ 1224436 h 1224436"/>
              <a:gd name="connsiteX0-177" fmla="*/ 290211 w 1283420"/>
              <a:gd name="connsiteY0-178" fmla="*/ 1224436 h 1224436"/>
              <a:gd name="connsiteX1-179" fmla="*/ 990516 w 1283420"/>
              <a:gd name="connsiteY1-180" fmla="*/ 1224436 h 1224436"/>
              <a:gd name="connsiteX2-181" fmla="*/ 1062983 w 1283420"/>
              <a:gd name="connsiteY2-182" fmla="*/ 1171786 h 1224436"/>
              <a:gd name="connsiteX3-183" fmla="*/ 1279389 w 1283420"/>
              <a:gd name="connsiteY3-184" fmla="*/ 505758 h 1224436"/>
              <a:gd name="connsiteX4-185" fmla="*/ 1251710 w 1283420"/>
              <a:gd name="connsiteY4-186" fmla="*/ 420568 h 1224436"/>
              <a:gd name="connsiteX5-187" fmla="*/ 685152 w 1283420"/>
              <a:gd name="connsiteY5-188" fmla="*/ 8939 h 1224436"/>
              <a:gd name="connsiteX6-189" fmla="*/ 595578 w 1283420"/>
              <a:gd name="connsiteY6-190" fmla="*/ 8938 h 1224436"/>
              <a:gd name="connsiteX7-191" fmla="*/ 29020 w 1283420"/>
              <a:gd name="connsiteY7-192" fmla="*/ 420567 h 1224436"/>
              <a:gd name="connsiteX8-193" fmla="*/ 1340 w 1283420"/>
              <a:gd name="connsiteY8-194" fmla="*/ 505757 h 1224436"/>
              <a:gd name="connsiteX9-195" fmla="*/ 217745 w 1283420"/>
              <a:gd name="connsiteY9-196" fmla="*/ 1171785 h 1224436"/>
              <a:gd name="connsiteX10-197" fmla="*/ 290211 w 1283420"/>
              <a:gd name="connsiteY10-198" fmla="*/ 1224436 h 1224436"/>
              <a:gd name="connsiteX0-199" fmla="*/ 290211 w 1283420"/>
              <a:gd name="connsiteY0-200" fmla="*/ 1224436 h 1224436"/>
              <a:gd name="connsiteX1-201" fmla="*/ 990516 w 1283420"/>
              <a:gd name="connsiteY1-202" fmla="*/ 1224436 h 1224436"/>
              <a:gd name="connsiteX2-203" fmla="*/ 1062983 w 1283420"/>
              <a:gd name="connsiteY2-204" fmla="*/ 1171786 h 1224436"/>
              <a:gd name="connsiteX3-205" fmla="*/ 1279389 w 1283420"/>
              <a:gd name="connsiteY3-206" fmla="*/ 505758 h 1224436"/>
              <a:gd name="connsiteX4-207" fmla="*/ 1251710 w 1283420"/>
              <a:gd name="connsiteY4-208" fmla="*/ 420568 h 1224436"/>
              <a:gd name="connsiteX5-209" fmla="*/ 685152 w 1283420"/>
              <a:gd name="connsiteY5-210" fmla="*/ 8939 h 1224436"/>
              <a:gd name="connsiteX6-211" fmla="*/ 595578 w 1283420"/>
              <a:gd name="connsiteY6-212" fmla="*/ 8938 h 1224436"/>
              <a:gd name="connsiteX7-213" fmla="*/ 29020 w 1283420"/>
              <a:gd name="connsiteY7-214" fmla="*/ 420567 h 1224436"/>
              <a:gd name="connsiteX8-215" fmla="*/ 1340 w 1283420"/>
              <a:gd name="connsiteY8-216" fmla="*/ 505757 h 1224436"/>
              <a:gd name="connsiteX9-217" fmla="*/ 217745 w 1283420"/>
              <a:gd name="connsiteY9-218" fmla="*/ 1171785 h 1224436"/>
              <a:gd name="connsiteX10-219" fmla="*/ 290211 w 1283420"/>
              <a:gd name="connsiteY10-220" fmla="*/ 1224436 h 1224436"/>
              <a:gd name="connsiteX0-221" fmla="*/ 290211 w 1283420"/>
              <a:gd name="connsiteY0-222" fmla="*/ 1230580 h 1230580"/>
              <a:gd name="connsiteX1-223" fmla="*/ 990516 w 1283420"/>
              <a:gd name="connsiteY1-224" fmla="*/ 1230580 h 1230580"/>
              <a:gd name="connsiteX2-225" fmla="*/ 1062983 w 1283420"/>
              <a:gd name="connsiteY2-226" fmla="*/ 1177930 h 1230580"/>
              <a:gd name="connsiteX3-227" fmla="*/ 1279389 w 1283420"/>
              <a:gd name="connsiteY3-228" fmla="*/ 511902 h 1230580"/>
              <a:gd name="connsiteX4-229" fmla="*/ 1251710 w 1283420"/>
              <a:gd name="connsiteY4-230" fmla="*/ 426712 h 1230580"/>
              <a:gd name="connsiteX5-231" fmla="*/ 685152 w 1283420"/>
              <a:gd name="connsiteY5-232" fmla="*/ 15083 h 1230580"/>
              <a:gd name="connsiteX6-233" fmla="*/ 595578 w 1283420"/>
              <a:gd name="connsiteY6-234" fmla="*/ 15082 h 1230580"/>
              <a:gd name="connsiteX7-235" fmla="*/ 29020 w 1283420"/>
              <a:gd name="connsiteY7-236" fmla="*/ 426711 h 1230580"/>
              <a:gd name="connsiteX8-237" fmla="*/ 1340 w 1283420"/>
              <a:gd name="connsiteY8-238" fmla="*/ 511901 h 1230580"/>
              <a:gd name="connsiteX9-239" fmla="*/ 217745 w 1283420"/>
              <a:gd name="connsiteY9-240" fmla="*/ 1177929 h 1230580"/>
              <a:gd name="connsiteX10-241" fmla="*/ 290211 w 1283420"/>
              <a:gd name="connsiteY10-242" fmla="*/ 1230580 h 1230580"/>
              <a:gd name="connsiteX0-243" fmla="*/ 290211 w 1283420"/>
              <a:gd name="connsiteY0-244" fmla="*/ 1230580 h 1230580"/>
              <a:gd name="connsiteX1-245" fmla="*/ 990516 w 1283420"/>
              <a:gd name="connsiteY1-246" fmla="*/ 1230580 h 1230580"/>
              <a:gd name="connsiteX2-247" fmla="*/ 1062983 w 1283420"/>
              <a:gd name="connsiteY2-248" fmla="*/ 1177930 h 1230580"/>
              <a:gd name="connsiteX3-249" fmla="*/ 1279389 w 1283420"/>
              <a:gd name="connsiteY3-250" fmla="*/ 511902 h 1230580"/>
              <a:gd name="connsiteX4-251" fmla="*/ 1251710 w 1283420"/>
              <a:gd name="connsiteY4-252" fmla="*/ 426712 h 1230580"/>
              <a:gd name="connsiteX5-253" fmla="*/ 685152 w 1283420"/>
              <a:gd name="connsiteY5-254" fmla="*/ 15083 h 1230580"/>
              <a:gd name="connsiteX6-255" fmla="*/ 595578 w 1283420"/>
              <a:gd name="connsiteY6-256" fmla="*/ 15082 h 1230580"/>
              <a:gd name="connsiteX7-257" fmla="*/ 29020 w 1283420"/>
              <a:gd name="connsiteY7-258" fmla="*/ 426711 h 1230580"/>
              <a:gd name="connsiteX8-259" fmla="*/ 1340 w 1283420"/>
              <a:gd name="connsiteY8-260" fmla="*/ 511901 h 1230580"/>
              <a:gd name="connsiteX9-261" fmla="*/ 217745 w 1283420"/>
              <a:gd name="connsiteY9-262" fmla="*/ 1177929 h 1230580"/>
              <a:gd name="connsiteX10-263" fmla="*/ 290211 w 1283420"/>
              <a:gd name="connsiteY10-264" fmla="*/ 1230580 h 1230580"/>
              <a:gd name="connsiteX0-265" fmla="*/ 290211 w 1283420"/>
              <a:gd name="connsiteY0-266" fmla="*/ 1230580 h 1230580"/>
              <a:gd name="connsiteX1-267" fmla="*/ 990516 w 1283420"/>
              <a:gd name="connsiteY1-268" fmla="*/ 1230580 h 1230580"/>
              <a:gd name="connsiteX2-269" fmla="*/ 1062983 w 1283420"/>
              <a:gd name="connsiteY2-270" fmla="*/ 1177930 h 1230580"/>
              <a:gd name="connsiteX3-271" fmla="*/ 1279389 w 1283420"/>
              <a:gd name="connsiteY3-272" fmla="*/ 511902 h 1230580"/>
              <a:gd name="connsiteX4-273" fmla="*/ 1251710 w 1283420"/>
              <a:gd name="connsiteY4-274" fmla="*/ 426712 h 1230580"/>
              <a:gd name="connsiteX5-275" fmla="*/ 685152 w 1283420"/>
              <a:gd name="connsiteY5-276" fmla="*/ 15083 h 1230580"/>
              <a:gd name="connsiteX6-277" fmla="*/ 595578 w 1283420"/>
              <a:gd name="connsiteY6-278" fmla="*/ 15082 h 1230580"/>
              <a:gd name="connsiteX7-279" fmla="*/ 29020 w 1283420"/>
              <a:gd name="connsiteY7-280" fmla="*/ 426711 h 1230580"/>
              <a:gd name="connsiteX8-281" fmla="*/ 1340 w 1283420"/>
              <a:gd name="connsiteY8-282" fmla="*/ 511901 h 1230580"/>
              <a:gd name="connsiteX9-283" fmla="*/ 217745 w 1283420"/>
              <a:gd name="connsiteY9-284" fmla="*/ 1177929 h 1230580"/>
              <a:gd name="connsiteX10-285" fmla="*/ 290211 w 1283420"/>
              <a:gd name="connsiteY10-286" fmla="*/ 1230580 h 1230580"/>
              <a:gd name="connsiteX0-287" fmla="*/ 288871 w 1282080"/>
              <a:gd name="connsiteY0-288" fmla="*/ 1230580 h 1230580"/>
              <a:gd name="connsiteX1-289" fmla="*/ 989176 w 1282080"/>
              <a:gd name="connsiteY1-290" fmla="*/ 1230580 h 1230580"/>
              <a:gd name="connsiteX2-291" fmla="*/ 1061643 w 1282080"/>
              <a:gd name="connsiteY2-292" fmla="*/ 1177930 h 1230580"/>
              <a:gd name="connsiteX3-293" fmla="*/ 1278049 w 1282080"/>
              <a:gd name="connsiteY3-294" fmla="*/ 511902 h 1230580"/>
              <a:gd name="connsiteX4-295" fmla="*/ 1250370 w 1282080"/>
              <a:gd name="connsiteY4-296" fmla="*/ 426712 h 1230580"/>
              <a:gd name="connsiteX5-297" fmla="*/ 683812 w 1282080"/>
              <a:gd name="connsiteY5-298" fmla="*/ 15083 h 1230580"/>
              <a:gd name="connsiteX6-299" fmla="*/ 594238 w 1282080"/>
              <a:gd name="connsiteY6-300" fmla="*/ 15082 h 1230580"/>
              <a:gd name="connsiteX7-301" fmla="*/ 27680 w 1282080"/>
              <a:gd name="connsiteY7-302" fmla="*/ 426711 h 1230580"/>
              <a:gd name="connsiteX8-303" fmla="*/ 0 w 1282080"/>
              <a:gd name="connsiteY8-304" fmla="*/ 511901 h 1230580"/>
              <a:gd name="connsiteX9-305" fmla="*/ 216405 w 1282080"/>
              <a:gd name="connsiteY9-306" fmla="*/ 1177929 h 1230580"/>
              <a:gd name="connsiteX10-307" fmla="*/ 288871 w 1282080"/>
              <a:gd name="connsiteY10-308" fmla="*/ 1230580 h 1230580"/>
              <a:gd name="connsiteX0-309" fmla="*/ 292900 w 1286109"/>
              <a:gd name="connsiteY0-310" fmla="*/ 1230580 h 1230580"/>
              <a:gd name="connsiteX1-311" fmla="*/ 993205 w 1286109"/>
              <a:gd name="connsiteY1-312" fmla="*/ 1230580 h 1230580"/>
              <a:gd name="connsiteX2-313" fmla="*/ 1065672 w 1286109"/>
              <a:gd name="connsiteY2-314" fmla="*/ 1177930 h 1230580"/>
              <a:gd name="connsiteX3-315" fmla="*/ 1282078 w 1286109"/>
              <a:gd name="connsiteY3-316" fmla="*/ 511902 h 1230580"/>
              <a:gd name="connsiteX4-317" fmla="*/ 1254399 w 1286109"/>
              <a:gd name="connsiteY4-318" fmla="*/ 426712 h 1230580"/>
              <a:gd name="connsiteX5-319" fmla="*/ 687841 w 1286109"/>
              <a:gd name="connsiteY5-320" fmla="*/ 15083 h 1230580"/>
              <a:gd name="connsiteX6-321" fmla="*/ 598267 w 1286109"/>
              <a:gd name="connsiteY6-322" fmla="*/ 15082 h 1230580"/>
              <a:gd name="connsiteX7-323" fmla="*/ 31709 w 1286109"/>
              <a:gd name="connsiteY7-324" fmla="*/ 426711 h 1230580"/>
              <a:gd name="connsiteX8-325" fmla="*/ 4029 w 1286109"/>
              <a:gd name="connsiteY8-326" fmla="*/ 511901 h 1230580"/>
              <a:gd name="connsiteX9-327" fmla="*/ 220434 w 1286109"/>
              <a:gd name="connsiteY9-328" fmla="*/ 1177929 h 1230580"/>
              <a:gd name="connsiteX10-329" fmla="*/ 292900 w 1286109"/>
              <a:gd name="connsiteY10-330" fmla="*/ 1230580 h 1230580"/>
              <a:gd name="connsiteX0-331" fmla="*/ 292900 w 1286109"/>
              <a:gd name="connsiteY0-332" fmla="*/ 1230580 h 1230580"/>
              <a:gd name="connsiteX1-333" fmla="*/ 993205 w 1286109"/>
              <a:gd name="connsiteY1-334" fmla="*/ 1230580 h 1230580"/>
              <a:gd name="connsiteX2-335" fmla="*/ 1065672 w 1286109"/>
              <a:gd name="connsiteY2-336" fmla="*/ 1177930 h 1230580"/>
              <a:gd name="connsiteX3-337" fmla="*/ 1282078 w 1286109"/>
              <a:gd name="connsiteY3-338" fmla="*/ 511902 h 1230580"/>
              <a:gd name="connsiteX4-339" fmla="*/ 1254399 w 1286109"/>
              <a:gd name="connsiteY4-340" fmla="*/ 426712 h 1230580"/>
              <a:gd name="connsiteX5-341" fmla="*/ 687841 w 1286109"/>
              <a:gd name="connsiteY5-342" fmla="*/ 15083 h 1230580"/>
              <a:gd name="connsiteX6-343" fmla="*/ 598267 w 1286109"/>
              <a:gd name="connsiteY6-344" fmla="*/ 15082 h 1230580"/>
              <a:gd name="connsiteX7-345" fmla="*/ 31709 w 1286109"/>
              <a:gd name="connsiteY7-346" fmla="*/ 426711 h 1230580"/>
              <a:gd name="connsiteX8-347" fmla="*/ 4029 w 1286109"/>
              <a:gd name="connsiteY8-348" fmla="*/ 511901 h 1230580"/>
              <a:gd name="connsiteX9-349" fmla="*/ 220434 w 1286109"/>
              <a:gd name="connsiteY9-350" fmla="*/ 1177929 h 1230580"/>
              <a:gd name="connsiteX10-351" fmla="*/ 292900 w 1286109"/>
              <a:gd name="connsiteY10-352" fmla="*/ 1230580 h 1230580"/>
              <a:gd name="connsiteX0-353" fmla="*/ 292900 w 1286109"/>
              <a:gd name="connsiteY0-354" fmla="*/ 1230580 h 1230580"/>
              <a:gd name="connsiteX1-355" fmla="*/ 993205 w 1286109"/>
              <a:gd name="connsiteY1-356" fmla="*/ 1230580 h 1230580"/>
              <a:gd name="connsiteX2-357" fmla="*/ 1065672 w 1286109"/>
              <a:gd name="connsiteY2-358" fmla="*/ 1177930 h 1230580"/>
              <a:gd name="connsiteX3-359" fmla="*/ 1282078 w 1286109"/>
              <a:gd name="connsiteY3-360" fmla="*/ 511902 h 1230580"/>
              <a:gd name="connsiteX4-361" fmla="*/ 1254399 w 1286109"/>
              <a:gd name="connsiteY4-362" fmla="*/ 426712 h 1230580"/>
              <a:gd name="connsiteX5-363" fmla="*/ 687841 w 1286109"/>
              <a:gd name="connsiteY5-364" fmla="*/ 15083 h 1230580"/>
              <a:gd name="connsiteX6-365" fmla="*/ 598267 w 1286109"/>
              <a:gd name="connsiteY6-366" fmla="*/ 15082 h 1230580"/>
              <a:gd name="connsiteX7-367" fmla="*/ 31709 w 1286109"/>
              <a:gd name="connsiteY7-368" fmla="*/ 426711 h 1230580"/>
              <a:gd name="connsiteX8-369" fmla="*/ 4029 w 1286109"/>
              <a:gd name="connsiteY8-370" fmla="*/ 511901 h 1230580"/>
              <a:gd name="connsiteX9-371" fmla="*/ 220434 w 1286109"/>
              <a:gd name="connsiteY9-372" fmla="*/ 1177929 h 1230580"/>
              <a:gd name="connsiteX10-373" fmla="*/ 292900 w 1286109"/>
              <a:gd name="connsiteY10-374" fmla="*/ 1230580 h 1230580"/>
              <a:gd name="connsiteX0-375" fmla="*/ 292900 w 1286109"/>
              <a:gd name="connsiteY0-376" fmla="*/ 1230580 h 1230580"/>
              <a:gd name="connsiteX1-377" fmla="*/ 993205 w 1286109"/>
              <a:gd name="connsiteY1-378" fmla="*/ 1230580 h 1230580"/>
              <a:gd name="connsiteX2-379" fmla="*/ 1065672 w 1286109"/>
              <a:gd name="connsiteY2-380" fmla="*/ 1177930 h 1230580"/>
              <a:gd name="connsiteX3-381" fmla="*/ 1282078 w 1286109"/>
              <a:gd name="connsiteY3-382" fmla="*/ 511902 h 1230580"/>
              <a:gd name="connsiteX4-383" fmla="*/ 1254399 w 1286109"/>
              <a:gd name="connsiteY4-384" fmla="*/ 426712 h 1230580"/>
              <a:gd name="connsiteX5-385" fmla="*/ 687841 w 1286109"/>
              <a:gd name="connsiteY5-386" fmla="*/ 15083 h 1230580"/>
              <a:gd name="connsiteX6-387" fmla="*/ 598267 w 1286109"/>
              <a:gd name="connsiteY6-388" fmla="*/ 15082 h 1230580"/>
              <a:gd name="connsiteX7-389" fmla="*/ 31709 w 1286109"/>
              <a:gd name="connsiteY7-390" fmla="*/ 426711 h 1230580"/>
              <a:gd name="connsiteX8-391" fmla="*/ 4029 w 1286109"/>
              <a:gd name="connsiteY8-392" fmla="*/ 511901 h 1230580"/>
              <a:gd name="connsiteX9-393" fmla="*/ 220434 w 1286109"/>
              <a:gd name="connsiteY9-394" fmla="*/ 1177929 h 1230580"/>
              <a:gd name="connsiteX10-395" fmla="*/ 292900 w 1286109"/>
              <a:gd name="connsiteY10-396" fmla="*/ 1230580 h 12305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286109" h="1230580">
                <a:moveTo>
                  <a:pt x="292900" y="1230580"/>
                </a:moveTo>
                <a:cubicBezTo>
                  <a:pt x="292900" y="1230580"/>
                  <a:pt x="993205" y="1230580"/>
                  <a:pt x="993205" y="1230580"/>
                </a:cubicBezTo>
                <a:cubicBezTo>
                  <a:pt x="1027419" y="1230580"/>
                  <a:pt x="1055099" y="1210470"/>
                  <a:pt x="1065672" y="1177930"/>
                </a:cubicBezTo>
                <a:cubicBezTo>
                  <a:pt x="1065672" y="1177930"/>
                  <a:pt x="1282079" y="511902"/>
                  <a:pt x="1282078" y="511902"/>
                </a:cubicBezTo>
                <a:cubicBezTo>
                  <a:pt x="1292652" y="479362"/>
                  <a:pt x="1282080" y="446822"/>
                  <a:pt x="1254399" y="426712"/>
                </a:cubicBezTo>
                <a:cubicBezTo>
                  <a:pt x="1254399" y="426712"/>
                  <a:pt x="687841" y="15083"/>
                  <a:pt x="687841" y="15083"/>
                </a:cubicBezTo>
                <a:cubicBezTo>
                  <a:pt x="660162" y="-5027"/>
                  <a:pt x="625947" y="-5028"/>
                  <a:pt x="598267" y="15082"/>
                </a:cubicBezTo>
                <a:cubicBezTo>
                  <a:pt x="598267" y="15082"/>
                  <a:pt x="31709" y="426711"/>
                  <a:pt x="31709" y="426711"/>
                </a:cubicBezTo>
                <a:cubicBezTo>
                  <a:pt x="4030" y="446822"/>
                  <a:pt x="-6543" y="479361"/>
                  <a:pt x="4029" y="511901"/>
                </a:cubicBezTo>
                <a:cubicBezTo>
                  <a:pt x="4030" y="511901"/>
                  <a:pt x="220435" y="1177929"/>
                  <a:pt x="220434" y="1177929"/>
                </a:cubicBezTo>
                <a:cubicBezTo>
                  <a:pt x="231008" y="1210469"/>
                  <a:pt x="258687" y="1230580"/>
                  <a:pt x="292900" y="123058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64000">
                <a:schemeClr val="accent2">
                  <a:alpha val="100000"/>
                </a:schemeClr>
              </a:gs>
            </a:gsLst>
            <a:lin ang="4800000" scaled="0"/>
          </a:gradFill>
          <a:ln>
            <a:noFill/>
          </a:ln>
          <a:effectLst>
            <a:outerShdw blurRad="50800" dist="38100" dir="2700000" algn="tl" rotWithShape="0">
              <a:schemeClr val="accent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0" name="任意多边形: 形状 55"/>
          <p:cNvSpPr/>
          <p:nvPr>
            <p:custDataLst>
              <p:tags r:id="rId4"/>
            </p:custDataLst>
          </p:nvPr>
        </p:nvSpPr>
        <p:spPr>
          <a:xfrm>
            <a:off x="3973857" y="3180926"/>
            <a:ext cx="1272010" cy="1217090"/>
          </a:xfrm>
          <a:custGeom>
            <a:avLst/>
            <a:gdLst>
              <a:gd name="connsiteX0" fmla="*/ 290211 w 1282096"/>
              <a:gd name="connsiteY0" fmla="*/ 1224436 h 1224436"/>
              <a:gd name="connsiteX1" fmla="*/ 990516 w 1282096"/>
              <a:gd name="connsiteY1" fmla="*/ 1224436 h 1224436"/>
              <a:gd name="connsiteX2" fmla="*/ 1062983 w 1282096"/>
              <a:gd name="connsiteY2" fmla="*/ 1171786 h 1224436"/>
              <a:gd name="connsiteX3" fmla="*/ 1279389 w 1282096"/>
              <a:gd name="connsiteY3" fmla="*/ 505758 h 1224436"/>
              <a:gd name="connsiteX4" fmla="*/ 1251710 w 1282096"/>
              <a:gd name="connsiteY4" fmla="*/ 420568 h 1224436"/>
              <a:gd name="connsiteX5" fmla="*/ 685152 w 1282096"/>
              <a:gd name="connsiteY5" fmla="*/ 8939 h 1224436"/>
              <a:gd name="connsiteX6" fmla="*/ 595578 w 1282096"/>
              <a:gd name="connsiteY6" fmla="*/ 8938 h 1224436"/>
              <a:gd name="connsiteX7" fmla="*/ 29020 w 1282096"/>
              <a:gd name="connsiteY7" fmla="*/ 420567 h 1224436"/>
              <a:gd name="connsiteX8" fmla="*/ 1340 w 1282096"/>
              <a:gd name="connsiteY8" fmla="*/ 505757 h 1224436"/>
              <a:gd name="connsiteX9" fmla="*/ 217745 w 1282096"/>
              <a:gd name="connsiteY9" fmla="*/ 1171785 h 1224436"/>
              <a:gd name="connsiteX10" fmla="*/ 290211 w 1282096"/>
              <a:gd name="connsiteY10" fmla="*/ 1224436 h 1224436"/>
              <a:gd name="connsiteX0-1" fmla="*/ 290211 w 1282096"/>
              <a:gd name="connsiteY0-2" fmla="*/ 1224436 h 1224436"/>
              <a:gd name="connsiteX1-3" fmla="*/ 990516 w 1282096"/>
              <a:gd name="connsiteY1-4" fmla="*/ 1224436 h 1224436"/>
              <a:gd name="connsiteX2-5" fmla="*/ 1062983 w 1282096"/>
              <a:gd name="connsiteY2-6" fmla="*/ 1171786 h 1224436"/>
              <a:gd name="connsiteX3-7" fmla="*/ 1279389 w 1282096"/>
              <a:gd name="connsiteY3-8" fmla="*/ 505758 h 1224436"/>
              <a:gd name="connsiteX4-9" fmla="*/ 1251710 w 1282096"/>
              <a:gd name="connsiteY4-10" fmla="*/ 420568 h 1224436"/>
              <a:gd name="connsiteX5-11" fmla="*/ 685152 w 1282096"/>
              <a:gd name="connsiteY5-12" fmla="*/ 8939 h 1224436"/>
              <a:gd name="connsiteX6-13" fmla="*/ 595578 w 1282096"/>
              <a:gd name="connsiteY6-14" fmla="*/ 8938 h 1224436"/>
              <a:gd name="connsiteX7-15" fmla="*/ 29020 w 1282096"/>
              <a:gd name="connsiteY7-16" fmla="*/ 420567 h 1224436"/>
              <a:gd name="connsiteX8-17" fmla="*/ 1340 w 1282096"/>
              <a:gd name="connsiteY8-18" fmla="*/ 505757 h 1224436"/>
              <a:gd name="connsiteX9-19" fmla="*/ 217745 w 1282096"/>
              <a:gd name="connsiteY9-20" fmla="*/ 1171785 h 1224436"/>
              <a:gd name="connsiteX10-21" fmla="*/ 290211 w 1282096"/>
              <a:gd name="connsiteY10-22" fmla="*/ 1224436 h 1224436"/>
              <a:gd name="connsiteX0-23" fmla="*/ 290211 w 1282096"/>
              <a:gd name="connsiteY0-24" fmla="*/ 1224436 h 1224436"/>
              <a:gd name="connsiteX1-25" fmla="*/ 990516 w 1282096"/>
              <a:gd name="connsiteY1-26" fmla="*/ 1224436 h 1224436"/>
              <a:gd name="connsiteX2-27" fmla="*/ 1062983 w 1282096"/>
              <a:gd name="connsiteY2-28" fmla="*/ 1171786 h 1224436"/>
              <a:gd name="connsiteX3-29" fmla="*/ 1279389 w 1282096"/>
              <a:gd name="connsiteY3-30" fmla="*/ 505758 h 1224436"/>
              <a:gd name="connsiteX4-31" fmla="*/ 1251710 w 1282096"/>
              <a:gd name="connsiteY4-32" fmla="*/ 420568 h 1224436"/>
              <a:gd name="connsiteX5-33" fmla="*/ 685152 w 1282096"/>
              <a:gd name="connsiteY5-34" fmla="*/ 8939 h 1224436"/>
              <a:gd name="connsiteX6-35" fmla="*/ 595578 w 1282096"/>
              <a:gd name="connsiteY6-36" fmla="*/ 8938 h 1224436"/>
              <a:gd name="connsiteX7-37" fmla="*/ 29020 w 1282096"/>
              <a:gd name="connsiteY7-38" fmla="*/ 420567 h 1224436"/>
              <a:gd name="connsiteX8-39" fmla="*/ 1340 w 1282096"/>
              <a:gd name="connsiteY8-40" fmla="*/ 505757 h 1224436"/>
              <a:gd name="connsiteX9-41" fmla="*/ 217745 w 1282096"/>
              <a:gd name="connsiteY9-42" fmla="*/ 1171785 h 1224436"/>
              <a:gd name="connsiteX10-43" fmla="*/ 290211 w 1282096"/>
              <a:gd name="connsiteY10-44" fmla="*/ 1224436 h 1224436"/>
              <a:gd name="connsiteX0-45" fmla="*/ 290211 w 1282096"/>
              <a:gd name="connsiteY0-46" fmla="*/ 1224436 h 1224436"/>
              <a:gd name="connsiteX1-47" fmla="*/ 990516 w 1282096"/>
              <a:gd name="connsiteY1-48" fmla="*/ 1224436 h 1224436"/>
              <a:gd name="connsiteX2-49" fmla="*/ 1062983 w 1282096"/>
              <a:gd name="connsiteY2-50" fmla="*/ 1171786 h 1224436"/>
              <a:gd name="connsiteX3-51" fmla="*/ 1279389 w 1282096"/>
              <a:gd name="connsiteY3-52" fmla="*/ 505758 h 1224436"/>
              <a:gd name="connsiteX4-53" fmla="*/ 1251710 w 1282096"/>
              <a:gd name="connsiteY4-54" fmla="*/ 420568 h 1224436"/>
              <a:gd name="connsiteX5-55" fmla="*/ 685152 w 1282096"/>
              <a:gd name="connsiteY5-56" fmla="*/ 8939 h 1224436"/>
              <a:gd name="connsiteX6-57" fmla="*/ 595578 w 1282096"/>
              <a:gd name="connsiteY6-58" fmla="*/ 8938 h 1224436"/>
              <a:gd name="connsiteX7-59" fmla="*/ 29020 w 1282096"/>
              <a:gd name="connsiteY7-60" fmla="*/ 420567 h 1224436"/>
              <a:gd name="connsiteX8-61" fmla="*/ 1340 w 1282096"/>
              <a:gd name="connsiteY8-62" fmla="*/ 505757 h 1224436"/>
              <a:gd name="connsiteX9-63" fmla="*/ 217745 w 1282096"/>
              <a:gd name="connsiteY9-64" fmla="*/ 1171785 h 1224436"/>
              <a:gd name="connsiteX10-65" fmla="*/ 290211 w 1282096"/>
              <a:gd name="connsiteY10-66" fmla="*/ 1224436 h 1224436"/>
              <a:gd name="connsiteX0-67" fmla="*/ 290211 w 1279747"/>
              <a:gd name="connsiteY0-68" fmla="*/ 1224436 h 1224436"/>
              <a:gd name="connsiteX1-69" fmla="*/ 990516 w 1279747"/>
              <a:gd name="connsiteY1-70" fmla="*/ 1224436 h 1224436"/>
              <a:gd name="connsiteX2-71" fmla="*/ 1062983 w 1279747"/>
              <a:gd name="connsiteY2-72" fmla="*/ 1171786 h 1224436"/>
              <a:gd name="connsiteX3-73" fmla="*/ 1279389 w 1279747"/>
              <a:gd name="connsiteY3-74" fmla="*/ 505758 h 1224436"/>
              <a:gd name="connsiteX4-75" fmla="*/ 1251710 w 1279747"/>
              <a:gd name="connsiteY4-76" fmla="*/ 420568 h 1224436"/>
              <a:gd name="connsiteX5-77" fmla="*/ 685152 w 1279747"/>
              <a:gd name="connsiteY5-78" fmla="*/ 8939 h 1224436"/>
              <a:gd name="connsiteX6-79" fmla="*/ 595578 w 1279747"/>
              <a:gd name="connsiteY6-80" fmla="*/ 8938 h 1224436"/>
              <a:gd name="connsiteX7-81" fmla="*/ 29020 w 1279747"/>
              <a:gd name="connsiteY7-82" fmla="*/ 420567 h 1224436"/>
              <a:gd name="connsiteX8-83" fmla="*/ 1340 w 1279747"/>
              <a:gd name="connsiteY8-84" fmla="*/ 505757 h 1224436"/>
              <a:gd name="connsiteX9-85" fmla="*/ 217745 w 1279747"/>
              <a:gd name="connsiteY9-86" fmla="*/ 1171785 h 1224436"/>
              <a:gd name="connsiteX10-87" fmla="*/ 290211 w 1279747"/>
              <a:gd name="connsiteY10-88" fmla="*/ 1224436 h 1224436"/>
              <a:gd name="connsiteX0-89" fmla="*/ 290211 w 1279389"/>
              <a:gd name="connsiteY0-90" fmla="*/ 1224436 h 1224436"/>
              <a:gd name="connsiteX1-91" fmla="*/ 990516 w 1279389"/>
              <a:gd name="connsiteY1-92" fmla="*/ 1224436 h 1224436"/>
              <a:gd name="connsiteX2-93" fmla="*/ 1062983 w 1279389"/>
              <a:gd name="connsiteY2-94" fmla="*/ 1171786 h 1224436"/>
              <a:gd name="connsiteX3-95" fmla="*/ 1279389 w 1279389"/>
              <a:gd name="connsiteY3-96" fmla="*/ 505758 h 1224436"/>
              <a:gd name="connsiteX4-97" fmla="*/ 1251710 w 1279389"/>
              <a:gd name="connsiteY4-98" fmla="*/ 420568 h 1224436"/>
              <a:gd name="connsiteX5-99" fmla="*/ 685152 w 1279389"/>
              <a:gd name="connsiteY5-100" fmla="*/ 8939 h 1224436"/>
              <a:gd name="connsiteX6-101" fmla="*/ 595578 w 1279389"/>
              <a:gd name="connsiteY6-102" fmla="*/ 8938 h 1224436"/>
              <a:gd name="connsiteX7-103" fmla="*/ 29020 w 1279389"/>
              <a:gd name="connsiteY7-104" fmla="*/ 420567 h 1224436"/>
              <a:gd name="connsiteX8-105" fmla="*/ 1340 w 1279389"/>
              <a:gd name="connsiteY8-106" fmla="*/ 505757 h 1224436"/>
              <a:gd name="connsiteX9-107" fmla="*/ 217745 w 1279389"/>
              <a:gd name="connsiteY9-108" fmla="*/ 1171785 h 1224436"/>
              <a:gd name="connsiteX10-109" fmla="*/ 290211 w 1279389"/>
              <a:gd name="connsiteY10-110" fmla="*/ 1224436 h 1224436"/>
              <a:gd name="connsiteX0-111" fmla="*/ 290211 w 1281237"/>
              <a:gd name="connsiteY0-112" fmla="*/ 1224436 h 1224436"/>
              <a:gd name="connsiteX1-113" fmla="*/ 990516 w 1281237"/>
              <a:gd name="connsiteY1-114" fmla="*/ 1224436 h 1224436"/>
              <a:gd name="connsiteX2-115" fmla="*/ 1062983 w 1281237"/>
              <a:gd name="connsiteY2-116" fmla="*/ 1171786 h 1224436"/>
              <a:gd name="connsiteX3-117" fmla="*/ 1279389 w 1281237"/>
              <a:gd name="connsiteY3-118" fmla="*/ 505758 h 1224436"/>
              <a:gd name="connsiteX4-119" fmla="*/ 1251710 w 1281237"/>
              <a:gd name="connsiteY4-120" fmla="*/ 420568 h 1224436"/>
              <a:gd name="connsiteX5-121" fmla="*/ 685152 w 1281237"/>
              <a:gd name="connsiteY5-122" fmla="*/ 8939 h 1224436"/>
              <a:gd name="connsiteX6-123" fmla="*/ 595578 w 1281237"/>
              <a:gd name="connsiteY6-124" fmla="*/ 8938 h 1224436"/>
              <a:gd name="connsiteX7-125" fmla="*/ 29020 w 1281237"/>
              <a:gd name="connsiteY7-126" fmla="*/ 420567 h 1224436"/>
              <a:gd name="connsiteX8-127" fmla="*/ 1340 w 1281237"/>
              <a:gd name="connsiteY8-128" fmla="*/ 505757 h 1224436"/>
              <a:gd name="connsiteX9-129" fmla="*/ 217745 w 1281237"/>
              <a:gd name="connsiteY9-130" fmla="*/ 1171785 h 1224436"/>
              <a:gd name="connsiteX10-131" fmla="*/ 290211 w 1281237"/>
              <a:gd name="connsiteY10-132" fmla="*/ 1224436 h 1224436"/>
              <a:gd name="connsiteX0-133" fmla="*/ 290211 w 1283420"/>
              <a:gd name="connsiteY0-134" fmla="*/ 1224436 h 1224436"/>
              <a:gd name="connsiteX1-135" fmla="*/ 990516 w 1283420"/>
              <a:gd name="connsiteY1-136" fmla="*/ 1224436 h 1224436"/>
              <a:gd name="connsiteX2-137" fmla="*/ 1062983 w 1283420"/>
              <a:gd name="connsiteY2-138" fmla="*/ 1171786 h 1224436"/>
              <a:gd name="connsiteX3-139" fmla="*/ 1279389 w 1283420"/>
              <a:gd name="connsiteY3-140" fmla="*/ 505758 h 1224436"/>
              <a:gd name="connsiteX4-141" fmla="*/ 1251710 w 1283420"/>
              <a:gd name="connsiteY4-142" fmla="*/ 420568 h 1224436"/>
              <a:gd name="connsiteX5-143" fmla="*/ 685152 w 1283420"/>
              <a:gd name="connsiteY5-144" fmla="*/ 8939 h 1224436"/>
              <a:gd name="connsiteX6-145" fmla="*/ 595578 w 1283420"/>
              <a:gd name="connsiteY6-146" fmla="*/ 8938 h 1224436"/>
              <a:gd name="connsiteX7-147" fmla="*/ 29020 w 1283420"/>
              <a:gd name="connsiteY7-148" fmla="*/ 420567 h 1224436"/>
              <a:gd name="connsiteX8-149" fmla="*/ 1340 w 1283420"/>
              <a:gd name="connsiteY8-150" fmla="*/ 505757 h 1224436"/>
              <a:gd name="connsiteX9-151" fmla="*/ 217745 w 1283420"/>
              <a:gd name="connsiteY9-152" fmla="*/ 1171785 h 1224436"/>
              <a:gd name="connsiteX10-153" fmla="*/ 290211 w 1283420"/>
              <a:gd name="connsiteY10-154" fmla="*/ 1224436 h 1224436"/>
              <a:gd name="connsiteX0-155" fmla="*/ 290211 w 1283420"/>
              <a:gd name="connsiteY0-156" fmla="*/ 1224436 h 1224436"/>
              <a:gd name="connsiteX1-157" fmla="*/ 990516 w 1283420"/>
              <a:gd name="connsiteY1-158" fmla="*/ 1224436 h 1224436"/>
              <a:gd name="connsiteX2-159" fmla="*/ 1062983 w 1283420"/>
              <a:gd name="connsiteY2-160" fmla="*/ 1171786 h 1224436"/>
              <a:gd name="connsiteX3-161" fmla="*/ 1279389 w 1283420"/>
              <a:gd name="connsiteY3-162" fmla="*/ 505758 h 1224436"/>
              <a:gd name="connsiteX4-163" fmla="*/ 1251710 w 1283420"/>
              <a:gd name="connsiteY4-164" fmla="*/ 420568 h 1224436"/>
              <a:gd name="connsiteX5-165" fmla="*/ 685152 w 1283420"/>
              <a:gd name="connsiteY5-166" fmla="*/ 8939 h 1224436"/>
              <a:gd name="connsiteX6-167" fmla="*/ 595578 w 1283420"/>
              <a:gd name="connsiteY6-168" fmla="*/ 8938 h 1224436"/>
              <a:gd name="connsiteX7-169" fmla="*/ 29020 w 1283420"/>
              <a:gd name="connsiteY7-170" fmla="*/ 420567 h 1224436"/>
              <a:gd name="connsiteX8-171" fmla="*/ 1340 w 1283420"/>
              <a:gd name="connsiteY8-172" fmla="*/ 505757 h 1224436"/>
              <a:gd name="connsiteX9-173" fmla="*/ 217745 w 1283420"/>
              <a:gd name="connsiteY9-174" fmla="*/ 1171785 h 1224436"/>
              <a:gd name="connsiteX10-175" fmla="*/ 290211 w 1283420"/>
              <a:gd name="connsiteY10-176" fmla="*/ 1224436 h 1224436"/>
              <a:gd name="connsiteX0-177" fmla="*/ 290211 w 1283420"/>
              <a:gd name="connsiteY0-178" fmla="*/ 1224436 h 1224436"/>
              <a:gd name="connsiteX1-179" fmla="*/ 990516 w 1283420"/>
              <a:gd name="connsiteY1-180" fmla="*/ 1224436 h 1224436"/>
              <a:gd name="connsiteX2-181" fmla="*/ 1062983 w 1283420"/>
              <a:gd name="connsiteY2-182" fmla="*/ 1171786 h 1224436"/>
              <a:gd name="connsiteX3-183" fmla="*/ 1279389 w 1283420"/>
              <a:gd name="connsiteY3-184" fmla="*/ 505758 h 1224436"/>
              <a:gd name="connsiteX4-185" fmla="*/ 1251710 w 1283420"/>
              <a:gd name="connsiteY4-186" fmla="*/ 420568 h 1224436"/>
              <a:gd name="connsiteX5-187" fmla="*/ 685152 w 1283420"/>
              <a:gd name="connsiteY5-188" fmla="*/ 8939 h 1224436"/>
              <a:gd name="connsiteX6-189" fmla="*/ 595578 w 1283420"/>
              <a:gd name="connsiteY6-190" fmla="*/ 8938 h 1224436"/>
              <a:gd name="connsiteX7-191" fmla="*/ 29020 w 1283420"/>
              <a:gd name="connsiteY7-192" fmla="*/ 420567 h 1224436"/>
              <a:gd name="connsiteX8-193" fmla="*/ 1340 w 1283420"/>
              <a:gd name="connsiteY8-194" fmla="*/ 505757 h 1224436"/>
              <a:gd name="connsiteX9-195" fmla="*/ 217745 w 1283420"/>
              <a:gd name="connsiteY9-196" fmla="*/ 1171785 h 1224436"/>
              <a:gd name="connsiteX10-197" fmla="*/ 290211 w 1283420"/>
              <a:gd name="connsiteY10-198" fmla="*/ 1224436 h 1224436"/>
              <a:gd name="connsiteX0-199" fmla="*/ 290211 w 1283420"/>
              <a:gd name="connsiteY0-200" fmla="*/ 1224436 h 1224436"/>
              <a:gd name="connsiteX1-201" fmla="*/ 990516 w 1283420"/>
              <a:gd name="connsiteY1-202" fmla="*/ 1224436 h 1224436"/>
              <a:gd name="connsiteX2-203" fmla="*/ 1062983 w 1283420"/>
              <a:gd name="connsiteY2-204" fmla="*/ 1171786 h 1224436"/>
              <a:gd name="connsiteX3-205" fmla="*/ 1279389 w 1283420"/>
              <a:gd name="connsiteY3-206" fmla="*/ 505758 h 1224436"/>
              <a:gd name="connsiteX4-207" fmla="*/ 1251710 w 1283420"/>
              <a:gd name="connsiteY4-208" fmla="*/ 420568 h 1224436"/>
              <a:gd name="connsiteX5-209" fmla="*/ 685152 w 1283420"/>
              <a:gd name="connsiteY5-210" fmla="*/ 8939 h 1224436"/>
              <a:gd name="connsiteX6-211" fmla="*/ 595578 w 1283420"/>
              <a:gd name="connsiteY6-212" fmla="*/ 8938 h 1224436"/>
              <a:gd name="connsiteX7-213" fmla="*/ 29020 w 1283420"/>
              <a:gd name="connsiteY7-214" fmla="*/ 420567 h 1224436"/>
              <a:gd name="connsiteX8-215" fmla="*/ 1340 w 1283420"/>
              <a:gd name="connsiteY8-216" fmla="*/ 505757 h 1224436"/>
              <a:gd name="connsiteX9-217" fmla="*/ 217745 w 1283420"/>
              <a:gd name="connsiteY9-218" fmla="*/ 1171785 h 1224436"/>
              <a:gd name="connsiteX10-219" fmla="*/ 290211 w 1283420"/>
              <a:gd name="connsiteY10-220" fmla="*/ 1224436 h 1224436"/>
              <a:gd name="connsiteX0-221" fmla="*/ 290211 w 1283420"/>
              <a:gd name="connsiteY0-222" fmla="*/ 1230580 h 1230580"/>
              <a:gd name="connsiteX1-223" fmla="*/ 990516 w 1283420"/>
              <a:gd name="connsiteY1-224" fmla="*/ 1230580 h 1230580"/>
              <a:gd name="connsiteX2-225" fmla="*/ 1062983 w 1283420"/>
              <a:gd name="connsiteY2-226" fmla="*/ 1177930 h 1230580"/>
              <a:gd name="connsiteX3-227" fmla="*/ 1279389 w 1283420"/>
              <a:gd name="connsiteY3-228" fmla="*/ 511902 h 1230580"/>
              <a:gd name="connsiteX4-229" fmla="*/ 1251710 w 1283420"/>
              <a:gd name="connsiteY4-230" fmla="*/ 426712 h 1230580"/>
              <a:gd name="connsiteX5-231" fmla="*/ 685152 w 1283420"/>
              <a:gd name="connsiteY5-232" fmla="*/ 15083 h 1230580"/>
              <a:gd name="connsiteX6-233" fmla="*/ 595578 w 1283420"/>
              <a:gd name="connsiteY6-234" fmla="*/ 15082 h 1230580"/>
              <a:gd name="connsiteX7-235" fmla="*/ 29020 w 1283420"/>
              <a:gd name="connsiteY7-236" fmla="*/ 426711 h 1230580"/>
              <a:gd name="connsiteX8-237" fmla="*/ 1340 w 1283420"/>
              <a:gd name="connsiteY8-238" fmla="*/ 511901 h 1230580"/>
              <a:gd name="connsiteX9-239" fmla="*/ 217745 w 1283420"/>
              <a:gd name="connsiteY9-240" fmla="*/ 1177929 h 1230580"/>
              <a:gd name="connsiteX10-241" fmla="*/ 290211 w 1283420"/>
              <a:gd name="connsiteY10-242" fmla="*/ 1230580 h 1230580"/>
              <a:gd name="connsiteX0-243" fmla="*/ 290211 w 1283420"/>
              <a:gd name="connsiteY0-244" fmla="*/ 1230580 h 1230580"/>
              <a:gd name="connsiteX1-245" fmla="*/ 990516 w 1283420"/>
              <a:gd name="connsiteY1-246" fmla="*/ 1230580 h 1230580"/>
              <a:gd name="connsiteX2-247" fmla="*/ 1062983 w 1283420"/>
              <a:gd name="connsiteY2-248" fmla="*/ 1177930 h 1230580"/>
              <a:gd name="connsiteX3-249" fmla="*/ 1279389 w 1283420"/>
              <a:gd name="connsiteY3-250" fmla="*/ 511902 h 1230580"/>
              <a:gd name="connsiteX4-251" fmla="*/ 1251710 w 1283420"/>
              <a:gd name="connsiteY4-252" fmla="*/ 426712 h 1230580"/>
              <a:gd name="connsiteX5-253" fmla="*/ 685152 w 1283420"/>
              <a:gd name="connsiteY5-254" fmla="*/ 15083 h 1230580"/>
              <a:gd name="connsiteX6-255" fmla="*/ 595578 w 1283420"/>
              <a:gd name="connsiteY6-256" fmla="*/ 15082 h 1230580"/>
              <a:gd name="connsiteX7-257" fmla="*/ 29020 w 1283420"/>
              <a:gd name="connsiteY7-258" fmla="*/ 426711 h 1230580"/>
              <a:gd name="connsiteX8-259" fmla="*/ 1340 w 1283420"/>
              <a:gd name="connsiteY8-260" fmla="*/ 511901 h 1230580"/>
              <a:gd name="connsiteX9-261" fmla="*/ 217745 w 1283420"/>
              <a:gd name="connsiteY9-262" fmla="*/ 1177929 h 1230580"/>
              <a:gd name="connsiteX10-263" fmla="*/ 290211 w 1283420"/>
              <a:gd name="connsiteY10-264" fmla="*/ 1230580 h 1230580"/>
              <a:gd name="connsiteX0-265" fmla="*/ 290211 w 1283420"/>
              <a:gd name="connsiteY0-266" fmla="*/ 1230580 h 1230580"/>
              <a:gd name="connsiteX1-267" fmla="*/ 990516 w 1283420"/>
              <a:gd name="connsiteY1-268" fmla="*/ 1230580 h 1230580"/>
              <a:gd name="connsiteX2-269" fmla="*/ 1062983 w 1283420"/>
              <a:gd name="connsiteY2-270" fmla="*/ 1177930 h 1230580"/>
              <a:gd name="connsiteX3-271" fmla="*/ 1279389 w 1283420"/>
              <a:gd name="connsiteY3-272" fmla="*/ 511902 h 1230580"/>
              <a:gd name="connsiteX4-273" fmla="*/ 1251710 w 1283420"/>
              <a:gd name="connsiteY4-274" fmla="*/ 426712 h 1230580"/>
              <a:gd name="connsiteX5-275" fmla="*/ 685152 w 1283420"/>
              <a:gd name="connsiteY5-276" fmla="*/ 15083 h 1230580"/>
              <a:gd name="connsiteX6-277" fmla="*/ 595578 w 1283420"/>
              <a:gd name="connsiteY6-278" fmla="*/ 15082 h 1230580"/>
              <a:gd name="connsiteX7-279" fmla="*/ 29020 w 1283420"/>
              <a:gd name="connsiteY7-280" fmla="*/ 426711 h 1230580"/>
              <a:gd name="connsiteX8-281" fmla="*/ 1340 w 1283420"/>
              <a:gd name="connsiteY8-282" fmla="*/ 511901 h 1230580"/>
              <a:gd name="connsiteX9-283" fmla="*/ 217745 w 1283420"/>
              <a:gd name="connsiteY9-284" fmla="*/ 1177929 h 1230580"/>
              <a:gd name="connsiteX10-285" fmla="*/ 290211 w 1283420"/>
              <a:gd name="connsiteY10-286" fmla="*/ 1230580 h 1230580"/>
              <a:gd name="connsiteX0-287" fmla="*/ 288871 w 1282080"/>
              <a:gd name="connsiteY0-288" fmla="*/ 1230580 h 1230580"/>
              <a:gd name="connsiteX1-289" fmla="*/ 989176 w 1282080"/>
              <a:gd name="connsiteY1-290" fmla="*/ 1230580 h 1230580"/>
              <a:gd name="connsiteX2-291" fmla="*/ 1061643 w 1282080"/>
              <a:gd name="connsiteY2-292" fmla="*/ 1177930 h 1230580"/>
              <a:gd name="connsiteX3-293" fmla="*/ 1278049 w 1282080"/>
              <a:gd name="connsiteY3-294" fmla="*/ 511902 h 1230580"/>
              <a:gd name="connsiteX4-295" fmla="*/ 1250370 w 1282080"/>
              <a:gd name="connsiteY4-296" fmla="*/ 426712 h 1230580"/>
              <a:gd name="connsiteX5-297" fmla="*/ 683812 w 1282080"/>
              <a:gd name="connsiteY5-298" fmla="*/ 15083 h 1230580"/>
              <a:gd name="connsiteX6-299" fmla="*/ 594238 w 1282080"/>
              <a:gd name="connsiteY6-300" fmla="*/ 15082 h 1230580"/>
              <a:gd name="connsiteX7-301" fmla="*/ 27680 w 1282080"/>
              <a:gd name="connsiteY7-302" fmla="*/ 426711 h 1230580"/>
              <a:gd name="connsiteX8-303" fmla="*/ 0 w 1282080"/>
              <a:gd name="connsiteY8-304" fmla="*/ 511901 h 1230580"/>
              <a:gd name="connsiteX9-305" fmla="*/ 216405 w 1282080"/>
              <a:gd name="connsiteY9-306" fmla="*/ 1177929 h 1230580"/>
              <a:gd name="connsiteX10-307" fmla="*/ 288871 w 1282080"/>
              <a:gd name="connsiteY10-308" fmla="*/ 1230580 h 1230580"/>
              <a:gd name="connsiteX0-309" fmla="*/ 292900 w 1286109"/>
              <a:gd name="connsiteY0-310" fmla="*/ 1230580 h 1230580"/>
              <a:gd name="connsiteX1-311" fmla="*/ 993205 w 1286109"/>
              <a:gd name="connsiteY1-312" fmla="*/ 1230580 h 1230580"/>
              <a:gd name="connsiteX2-313" fmla="*/ 1065672 w 1286109"/>
              <a:gd name="connsiteY2-314" fmla="*/ 1177930 h 1230580"/>
              <a:gd name="connsiteX3-315" fmla="*/ 1282078 w 1286109"/>
              <a:gd name="connsiteY3-316" fmla="*/ 511902 h 1230580"/>
              <a:gd name="connsiteX4-317" fmla="*/ 1254399 w 1286109"/>
              <a:gd name="connsiteY4-318" fmla="*/ 426712 h 1230580"/>
              <a:gd name="connsiteX5-319" fmla="*/ 687841 w 1286109"/>
              <a:gd name="connsiteY5-320" fmla="*/ 15083 h 1230580"/>
              <a:gd name="connsiteX6-321" fmla="*/ 598267 w 1286109"/>
              <a:gd name="connsiteY6-322" fmla="*/ 15082 h 1230580"/>
              <a:gd name="connsiteX7-323" fmla="*/ 31709 w 1286109"/>
              <a:gd name="connsiteY7-324" fmla="*/ 426711 h 1230580"/>
              <a:gd name="connsiteX8-325" fmla="*/ 4029 w 1286109"/>
              <a:gd name="connsiteY8-326" fmla="*/ 511901 h 1230580"/>
              <a:gd name="connsiteX9-327" fmla="*/ 220434 w 1286109"/>
              <a:gd name="connsiteY9-328" fmla="*/ 1177929 h 1230580"/>
              <a:gd name="connsiteX10-329" fmla="*/ 292900 w 1286109"/>
              <a:gd name="connsiteY10-330" fmla="*/ 1230580 h 1230580"/>
              <a:gd name="connsiteX0-331" fmla="*/ 292900 w 1286109"/>
              <a:gd name="connsiteY0-332" fmla="*/ 1230580 h 1230580"/>
              <a:gd name="connsiteX1-333" fmla="*/ 993205 w 1286109"/>
              <a:gd name="connsiteY1-334" fmla="*/ 1230580 h 1230580"/>
              <a:gd name="connsiteX2-335" fmla="*/ 1065672 w 1286109"/>
              <a:gd name="connsiteY2-336" fmla="*/ 1177930 h 1230580"/>
              <a:gd name="connsiteX3-337" fmla="*/ 1282078 w 1286109"/>
              <a:gd name="connsiteY3-338" fmla="*/ 511902 h 1230580"/>
              <a:gd name="connsiteX4-339" fmla="*/ 1254399 w 1286109"/>
              <a:gd name="connsiteY4-340" fmla="*/ 426712 h 1230580"/>
              <a:gd name="connsiteX5-341" fmla="*/ 687841 w 1286109"/>
              <a:gd name="connsiteY5-342" fmla="*/ 15083 h 1230580"/>
              <a:gd name="connsiteX6-343" fmla="*/ 598267 w 1286109"/>
              <a:gd name="connsiteY6-344" fmla="*/ 15082 h 1230580"/>
              <a:gd name="connsiteX7-345" fmla="*/ 31709 w 1286109"/>
              <a:gd name="connsiteY7-346" fmla="*/ 426711 h 1230580"/>
              <a:gd name="connsiteX8-347" fmla="*/ 4029 w 1286109"/>
              <a:gd name="connsiteY8-348" fmla="*/ 511901 h 1230580"/>
              <a:gd name="connsiteX9-349" fmla="*/ 220434 w 1286109"/>
              <a:gd name="connsiteY9-350" fmla="*/ 1177929 h 1230580"/>
              <a:gd name="connsiteX10-351" fmla="*/ 292900 w 1286109"/>
              <a:gd name="connsiteY10-352" fmla="*/ 1230580 h 1230580"/>
              <a:gd name="connsiteX0-353" fmla="*/ 292900 w 1286109"/>
              <a:gd name="connsiteY0-354" fmla="*/ 1230580 h 1230580"/>
              <a:gd name="connsiteX1-355" fmla="*/ 993205 w 1286109"/>
              <a:gd name="connsiteY1-356" fmla="*/ 1230580 h 1230580"/>
              <a:gd name="connsiteX2-357" fmla="*/ 1065672 w 1286109"/>
              <a:gd name="connsiteY2-358" fmla="*/ 1177930 h 1230580"/>
              <a:gd name="connsiteX3-359" fmla="*/ 1282078 w 1286109"/>
              <a:gd name="connsiteY3-360" fmla="*/ 511902 h 1230580"/>
              <a:gd name="connsiteX4-361" fmla="*/ 1254399 w 1286109"/>
              <a:gd name="connsiteY4-362" fmla="*/ 426712 h 1230580"/>
              <a:gd name="connsiteX5-363" fmla="*/ 687841 w 1286109"/>
              <a:gd name="connsiteY5-364" fmla="*/ 15083 h 1230580"/>
              <a:gd name="connsiteX6-365" fmla="*/ 598267 w 1286109"/>
              <a:gd name="connsiteY6-366" fmla="*/ 15082 h 1230580"/>
              <a:gd name="connsiteX7-367" fmla="*/ 31709 w 1286109"/>
              <a:gd name="connsiteY7-368" fmla="*/ 426711 h 1230580"/>
              <a:gd name="connsiteX8-369" fmla="*/ 4029 w 1286109"/>
              <a:gd name="connsiteY8-370" fmla="*/ 511901 h 1230580"/>
              <a:gd name="connsiteX9-371" fmla="*/ 220434 w 1286109"/>
              <a:gd name="connsiteY9-372" fmla="*/ 1177929 h 1230580"/>
              <a:gd name="connsiteX10-373" fmla="*/ 292900 w 1286109"/>
              <a:gd name="connsiteY10-374" fmla="*/ 1230580 h 1230580"/>
              <a:gd name="connsiteX0-375" fmla="*/ 292900 w 1286109"/>
              <a:gd name="connsiteY0-376" fmla="*/ 1230580 h 1230580"/>
              <a:gd name="connsiteX1-377" fmla="*/ 993205 w 1286109"/>
              <a:gd name="connsiteY1-378" fmla="*/ 1230580 h 1230580"/>
              <a:gd name="connsiteX2-379" fmla="*/ 1065672 w 1286109"/>
              <a:gd name="connsiteY2-380" fmla="*/ 1177930 h 1230580"/>
              <a:gd name="connsiteX3-381" fmla="*/ 1282078 w 1286109"/>
              <a:gd name="connsiteY3-382" fmla="*/ 511902 h 1230580"/>
              <a:gd name="connsiteX4-383" fmla="*/ 1254399 w 1286109"/>
              <a:gd name="connsiteY4-384" fmla="*/ 426712 h 1230580"/>
              <a:gd name="connsiteX5-385" fmla="*/ 687841 w 1286109"/>
              <a:gd name="connsiteY5-386" fmla="*/ 15083 h 1230580"/>
              <a:gd name="connsiteX6-387" fmla="*/ 598267 w 1286109"/>
              <a:gd name="connsiteY6-388" fmla="*/ 15082 h 1230580"/>
              <a:gd name="connsiteX7-389" fmla="*/ 31709 w 1286109"/>
              <a:gd name="connsiteY7-390" fmla="*/ 426711 h 1230580"/>
              <a:gd name="connsiteX8-391" fmla="*/ 4029 w 1286109"/>
              <a:gd name="connsiteY8-392" fmla="*/ 511901 h 1230580"/>
              <a:gd name="connsiteX9-393" fmla="*/ 220434 w 1286109"/>
              <a:gd name="connsiteY9-394" fmla="*/ 1177929 h 1230580"/>
              <a:gd name="connsiteX10-395" fmla="*/ 292900 w 1286109"/>
              <a:gd name="connsiteY10-396" fmla="*/ 1230580 h 12305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286109" h="1230580">
                <a:moveTo>
                  <a:pt x="292900" y="1230580"/>
                </a:moveTo>
                <a:cubicBezTo>
                  <a:pt x="292900" y="1230580"/>
                  <a:pt x="993205" y="1230580"/>
                  <a:pt x="993205" y="1230580"/>
                </a:cubicBezTo>
                <a:cubicBezTo>
                  <a:pt x="1027419" y="1230580"/>
                  <a:pt x="1055099" y="1210470"/>
                  <a:pt x="1065672" y="1177930"/>
                </a:cubicBezTo>
                <a:cubicBezTo>
                  <a:pt x="1065672" y="1177930"/>
                  <a:pt x="1282079" y="511902"/>
                  <a:pt x="1282078" y="511902"/>
                </a:cubicBezTo>
                <a:cubicBezTo>
                  <a:pt x="1292652" y="479362"/>
                  <a:pt x="1282080" y="446822"/>
                  <a:pt x="1254399" y="426712"/>
                </a:cubicBezTo>
                <a:cubicBezTo>
                  <a:pt x="1254399" y="426712"/>
                  <a:pt x="687841" y="15083"/>
                  <a:pt x="687841" y="15083"/>
                </a:cubicBezTo>
                <a:cubicBezTo>
                  <a:pt x="660162" y="-5027"/>
                  <a:pt x="625947" y="-5028"/>
                  <a:pt x="598267" y="15082"/>
                </a:cubicBezTo>
                <a:cubicBezTo>
                  <a:pt x="598267" y="15082"/>
                  <a:pt x="31709" y="426711"/>
                  <a:pt x="31709" y="426711"/>
                </a:cubicBezTo>
                <a:cubicBezTo>
                  <a:pt x="4030" y="446822"/>
                  <a:pt x="-6543" y="479361"/>
                  <a:pt x="4029" y="511901"/>
                </a:cubicBezTo>
                <a:cubicBezTo>
                  <a:pt x="4030" y="511901"/>
                  <a:pt x="220435" y="1177929"/>
                  <a:pt x="220434" y="1177929"/>
                </a:cubicBezTo>
                <a:cubicBezTo>
                  <a:pt x="231008" y="1210469"/>
                  <a:pt x="258687" y="1230580"/>
                  <a:pt x="292900" y="123058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64000">
                <a:schemeClr val="accent1">
                  <a:alpha val="100000"/>
                </a:schemeClr>
              </a:gs>
            </a:gsLst>
            <a:lin ang="48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1" name="任意多边形: 形状 52"/>
          <p:cNvSpPr/>
          <p:nvPr>
            <p:custDataLst>
              <p:tags r:id="rId5"/>
            </p:custDataLst>
          </p:nvPr>
        </p:nvSpPr>
        <p:spPr>
          <a:xfrm>
            <a:off x="5454772" y="2104467"/>
            <a:ext cx="1272010" cy="1217090"/>
          </a:xfrm>
          <a:custGeom>
            <a:avLst/>
            <a:gdLst>
              <a:gd name="connsiteX0" fmla="*/ 290211 w 1282096"/>
              <a:gd name="connsiteY0" fmla="*/ 1224436 h 1224436"/>
              <a:gd name="connsiteX1" fmla="*/ 990516 w 1282096"/>
              <a:gd name="connsiteY1" fmla="*/ 1224436 h 1224436"/>
              <a:gd name="connsiteX2" fmla="*/ 1062983 w 1282096"/>
              <a:gd name="connsiteY2" fmla="*/ 1171786 h 1224436"/>
              <a:gd name="connsiteX3" fmla="*/ 1279389 w 1282096"/>
              <a:gd name="connsiteY3" fmla="*/ 505758 h 1224436"/>
              <a:gd name="connsiteX4" fmla="*/ 1251710 w 1282096"/>
              <a:gd name="connsiteY4" fmla="*/ 420568 h 1224436"/>
              <a:gd name="connsiteX5" fmla="*/ 685152 w 1282096"/>
              <a:gd name="connsiteY5" fmla="*/ 8939 h 1224436"/>
              <a:gd name="connsiteX6" fmla="*/ 595578 w 1282096"/>
              <a:gd name="connsiteY6" fmla="*/ 8938 h 1224436"/>
              <a:gd name="connsiteX7" fmla="*/ 29020 w 1282096"/>
              <a:gd name="connsiteY7" fmla="*/ 420567 h 1224436"/>
              <a:gd name="connsiteX8" fmla="*/ 1340 w 1282096"/>
              <a:gd name="connsiteY8" fmla="*/ 505757 h 1224436"/>
              <a:gd name="connsiteX9" fmla="*/ 217745 w 1282096"/>
              <a:gd name="connsiteY9" fmla="*/ 1171785 h 1224436"/>
              <a:gd name="connsiteX10" fmla="*/ 290211 w 1282096"/>
              <a:gd name="connsiteY10" fmla="*/ 1224436 h 1224436"/>
              <a:gd name="connsiteX0-1" fmla="*/ 290211 w 1282096"/>
              <a:gd name="connsiteY0-2" fmla="*/ 1224436 h 1224436"/>
              <a:gd name="connsiteX1-3" fmla="*/ 990516 w 1282096"/>
              <a:gd name="connsiteY1-4" fmla="*/ 1224436 h 1224436"/>
              <a:gd name="connsiteX2-5" fmla="*/ 1062983 w 1282096"/>
              <a:gd name="connsiteY2-6" fmla="*/ 1171786 h 1224436"/>
              <a:gd name="connsiteX3-7" fmla="*/ 1279389 w 1282096"/>
              <a:gd name="connsiteY3-8" fmla="*/ 505758 h 1224436"/>
              <a:gd name="connsiteX4-9" fmla="*/ 1251710 w 1282096"/>
              <a:gd name="connsiteY4-10" fmla="*/ 420568 h 1224436"/>
              <a:gd name="connsiteX5-11" fmla="*/ 685152 w 1282096"/>
              <a:gd name="connsiteY5-12" fmla="*/ 8939 h 1224436"/>
              <a:gd name="connsiteX6-13" fmla="*/ 595578 w 1282096"/>
              <a:gd name="connsiteY6-14" fmla="*/ 8938 h 1224436"/>
              <a:gd name="connsiteX7-15" fmla="*/ 29020 w 1282096"/>
              <a:gd name="connsiteY7-16" fmla="*/ 420567 h 1224436"/>
              <a:gd name="connsiteX8-17" fmla="*/ 1340 w 1282096"/>
              <a:gd name="connsiteY8-18" fmla="*/ 505757 h 1224436"/>
              <a:gd name="connsiteX9-19" fmla="*/ 217745 w 1282096"/>
              <a:gd name="connsiteY9-20" fmla="*/ 1171785 h 1224436"/>
              <a:gd name="connsiteX10-21" fmla="*/ 290211 w 1282096"/>
              <a:gd name="connsiteY10-22" fmla="*/ 1224436 h 1224436"/>
              <a:gd name="connsiteX0-23" fmla="*/ 290211 w 1282096"/>
              <a:gd name="connsiteY0-24" fmla="*/ 1224436 h 1224436"/>
              <a:gd name="connsiteX1-25" fmla="*/ 990516 w 1282096"/>
              <a:gd name="connsiteY1-26" fmla="*/ 1224436 h 1224436"/>
              <a:gd name="connsiteX2-27" fmla="*/ 1062983 w 1282096"/>
              <a:gd name="connsiteY2-28" fmla="*/ 1171786 h 1224436"/>
              <a:gd name="connsiteX3-29" fmla="*/ 1279389 w 1282096"/>
              <a:gd name="connsiteY3-30" fmla="*/ 505758 h 1224436"/>
              <a:gd name="connsiteX4-31" fmla="*/ 1251710 w 1282096"/>
              <a:gd name="connsiteY4-32" fmla="*/ 420568 h 1224436"/>
              <a:gd name="connsiteX5-33" fmla="*/ 685152 w 1282096"/>
              <a:gd name="connsiteY5-34" fmla="*/ 8939 h 1224436"/>
              <a:gd name="connsiteX6-35" fmla="*/ 595578 w 1282096"/>
              <a:gd name="connsiteY6-36" fmla="*/ 8938 h 1224436"/>
              <a:gd name="connsiteX7-37" fmla="*/ 29020 w 1282096"/>
              <a:gd name="connsiteY7-38" fmla="*/ 420567 h 1224436"/>
              <a:gd name="connsiteX8-39" fmla="*/ 1340 w 1282096"/>
              <a:gd name="connsiteY8-40" fmla="*/ 505757 h 1224436"/>
              <a:gd name="connsiteX9-41" fmla="*/ 217745 w 1282096"/>
              <a:gd name="connsiteY9-42" fmla="*/ 1171785 h 1224436"/>
              <a:gd name="connsiteX10-43" fmla="*/ 290211 w 1282096"/>
              <a:gd name="connsiteY10-44" fmla="*/ 1224436 h 1224436"/>
              <a:gd name="connsiteX0-45" fmla="*/ 290211 w 1282096"/>
              <a:gd name="connsiteY0-46" fmla="*/ 1224436 h 1224436"/>
              <a:gd name="connsiteX1-47" fmla="*/ 990516 w 1282096"/>
              <a:gd name="connsiteY1-48" fmla="*/ 1224436 h 1224436"/>
              <a:gd name="connsiteX2-49" fmla="*/ 1062983 w 1282096"/>
              <a:gd name="connsiteY2-50" fmla="*/ 1171786 h 1224436"/>
              <a:gd name="connsiteX3-51" fmla="*/ 1279389 w 1282096"/>
              <a:gd name="connsiteY3-52" fmla="*/ 505758 h 1224436"/>
              <a:gd name="connsiteX4-53" fmla="*/ 1251710 w 1282096"/>
              <a:gd name="connsiteY4-54" fmla="*/ 420568 h 1224436"/>
              <a:gd name="connsiteX5-55" fmla="*/ 685152 w 1282096"/>
              <a:gd name="connsiteY5-56" fmla="*/ 8939 h 1224436"/>
              <a:gd name="connsiteX6-57" fmla="*/ 595578 w 1282096"/>
              <a:gd name="connsiteY6-58" fmla="*/ 8938 h 1224436"/>
              <a:gd name="connsiteX7-59" fmla="*/ 29020 w 1282096"/>
              <a:gd name="connsiteY7-60" fmla="*/ 420567 h 1224436"/>
              <a:gd name="connsiteX8-61" fmla="*/ 1340 w 1282096"/>
              <a:gd name="connsiteY8-62" fmla="*/ 505757 h 1224436"/>
              <a:gd name="connsiteX9-63" fmla="*/ 217745 w 1282096"/>
              <a:gd name="connsiteY9-64" fmla="*/ 1171785 h 1224436"/>
              <a:gd name="connsiteX10-65" fmla="*/ 290211 w 1282096"/>
              <a:gd name="connsiteY10-66" fmla="*/ 1224436 h 1224436"/>
              <a:gd name="connsiteX0-67" fmla="*/ 290211 w 1279747"/>
              <a:gd name="connsiteY0-68" fmla="*/ 1224436 h 1224436"/>
              <a:gd name="connsiteX1-69" fmla="*/ 990516 w 1279747"/>
              <a:gd name="connsiteY1-70" fmla="*/ 1224436 h 1224436"/>
              <a:gd name="connsiteX2-71" fmla="*/ 1062983 w 1279747"/>
              <a:gd name="connsiteY2-72" fmla="*/ 1171786 h 1224436"/>
              <a:gd name="connsiteX3-73" fmla="*/ 1279389 w 1279747"/>
              <a:gd name="connsiteY3-74" fmla="*/ 505758 h 1224436"/>
              <a:gd name="connsiteX4-75" fmla="*/ 1251710 w 1279747"/>
              <a:gd name="connsiteY4-76" fmla="*/ 420568 h 1224436"/>
              <a:gd name="connsiteX5-77" fmla="*/ 685152 w 1279747"/>
              <a:gd name="connsiteY5-78" fmla="*/ 8939 h 1224436"/>
              <a:gd name="connsiteX6-79" fmla="*/ 595578 w 1279747"/>
              <a:gd name="connsiteY6-80" fmla="*/ 8938 h 1224436"/>
              <a:gd name="connsiteX7-81" fmla="*/ 29020 w 1279747"/>
              <a:gd name="connsiteY7-82" fmla="*/ 420567 h 1224436"/>
              <a:gd name="connsiteX8-83" fmla="*/ 1340 w 1279747"/>
              <a:gd name="connsiteY8-84" fmla="*/ 505757 h 1224436"/>
              <a:gd name="connsiteX9-85" fmla="*/ 217745 w 1279747"/>
              <a:gd name="connsiteY9-86" fmla="*/ 1171785 h 1224436"/>
              <a:gd name="connsiteX10-87" fmla="*/ 290211 w 1279747"/>
              <a:gd name="connsiteY10-88" fmla="*/ 1224436 h 1224436"/>
              <a:gd name="connsiteX0-89" fmla="*/ 290211 w 1279389"/>
              <a:gd name="connsiteY0-90" fmla="*/ 1224436 h 1224436"/>
              <a:gd name="connsiteX1-91" fmla="*/ 990516 w 1279389"/>
              <a:gd name="connsiteY1-92" fmla="*/ 1224436 h 1224436"/>
              <a:gd name="connsiteX2-93" fmla="*/ 1062983 w 1279389"/>
              <a:gd name="connsiteY2-94" fmla="*/ 1171786 h 1224436"/>
              <a:gd name="connsiteX3-95" fmla="*/ 1279389 w 1279389"/>
              <a:gd name="connsiteY3-96" fmla="*/ 505758 h 1224436"/>
              <a:gd name="connsiteX4-97" fmla="*/ 1251710 w 1279389"/>
              <a:gd name="connsiteY4-98" fmla="*/ 420568 h 1224436"/>
              <a:gd name="connsiteX5-99" fmla="*/ 685152 w 1279389"/>
              <a:gd name="connsiteY5-100" fmla="*/ 8939 h 1224436"/>
              <a:gd name="connsiteX6-101" fmla="*/ 595578 w 1279389"/>
              <a:gd name="connsiteY6-102" fmla="*/ 8938 h 1224436"/>
              <a:gd name="connsiteX7-103" fmla="*/ 29020 w 1279389"/>
              <a:gd name="connsiteY7-104" fmla="*/ 420567 h 1224436"/>
              <a:gd name="connsiteX8-105" fmla="*/ 1340 w 1279389"/>
              <a:gd name="connsiteY8-106" fmla="*/ 505757 h 1224436"/>
              <a:gd name="connsiteX9-107" fmla="*/ 217745 w 1279389"/>
              <a:gd name="connsiteY9-108" fmla="*/ 1171785 h 1224436"/>
              <a:gd name="connsiteX10-109" fmla="*/ 290211 w 1279389"/>
              <a:gd name="connsiteY10-110" fmla="*/ 1224436 h 1224436"/>
              <a:gd name="connsiteX0-111" fmla="*/ 290211 w 1281237"/>
              <a:gd name="connsiteY0-112" fmla="*/ 1224436 h 1224436"/>
              <a:gd name="connsiteX1-113" fmla="*/ 990516 w 1281237"/>
              <a:gd name="connsiteY1-114" fmla="*/ 1224436 h 1224436"/>
              <a:gd name="connsiteX2-115" fmla="*/ 1062983 w 1281237"/>
              <a:gd name="connsiteY2-116" fmla="*/ 1171786 h 1224436"/>
              <a:gd name="connsiteX3-117" fmla="*/ 1279389 w 1281237"/>
              <a:gd name="connsiteY3-118" fmla="*/ 505758 h 1224436"/>
              <a:gd name="connsiteX4-119" fmla="*/ 1251710 w 1281237"/>
              <a:gd name="connsiteY4-120" fmla="*/ 420568 h 1224436"/>
              <a:gd name="connsiteX5-121" fmla="*/ 685152 w 1281237"/>
              <a:gd name="connsiteY5-122" fmla="*/ 8939 h 1224436"/>
              <a:gd name="connsiteX6-123" fmla="*/ 595578 w 1281237"/>
              <a:gd name="connsiteY6-124" fmla="*/ 8938 h 1224436"/>
              <a:gd name="connsiteX7-125" fmla="*/ 29020 w 1281237"/>
              <a:gd name="connsiteY7-126" fmla="*/ 420567 h 1224436"/>
              <a:gd name="connsiteX8-127" fmla="*/ 1340 w 1281237"/>
              <a:gd name="connsiteY8-128" fmla="*/ 505757 h 1224436"/>
              <a:gd name="connsiteX9-129" fmla="*/ 217745 w 1281237"/>
              <a:gd name="connsiteY9-130" fmla="*/ 1171785 h 1224436"/>
              <a:gd name="connsiteX10-131" fmla="*/ 290211 w 1281237"/>
              <a:gd name="connsiteY10-132" fmla="*/ 1224436 h 1224436"/>
              <a:gd name="connsiteX0-133" fmla="*/ 290211 w 1283420"/>
              <a:gd name="connsiteY0-134" fmla="*/ 1224436 h 1224436"/>
              <a:gd name="connsiteX1-135" fmla="*/ 990516 w 1283420"/>
              <a:gd name="connsiteY1-136" fmla="*/ 1224436 h 1224436"/>
              <a:gd name="connsiteX2-137" fmla="*/ 1062983 w 1283420"/>
              <a:gd name="connsiteY2-138" fmla="*/ 1171786 h 1224436"/>
              <a:gd name="connsiteX3-139" fmla="*/ 1279389 w 1283420"/>
              <a:gd name="connsiteY3-140" fmla="*/ 505758 h 1224436"/>
              <a:gd name="connsiteX4-141" fmla="*/ 1251710 w 1283420"/>
              <a:gd name="connsiteY4-142" fmla="*/ 420568 h 1224436"/>
              <a:gd name="connsiteX5-143" fmla="*/ 685152 w 1283420"/>
              <a:gd name="connsiteY5-144" fmla="*/ 8939 h 1224436"/>
              <a:gd name="connsiteX6-145" fmla="*/ 595578 w 1283420"/>
              <a:gd name="connsiteY6-146" fmla="*/ 8938 h 1224436"/>
              <a:gd name="connsiteX7-147" fmla="*/ 29020 w 1283420"/>
              <a:gd name="connsiteY7-148" fmla="*/ 420567 h 1224436"/>
              <a:gd name="connsiteX8-149" fmla="*/ 1340 w 1283420"/>
              <a:gd name="connsiteY8-150" fmla="*/ 505757 h 1224436"/>
              <a:gd name="connsiteX9-151" fmla="*/ 217745 w 1283420"/>
              <a:gd name="connsiteY9-152" fmla="*/ 1171785 h 1224436"/>
              <a:gd name="connsiteX10-153" fmla="*/ 290211 w 1283420"/>
              <a:gd name="connsiteY10-154" fmla="*/ 1224436 h 1224436"/>
              <a:gd name="connsiteX0-155" fmla="*/ 290211 w 1283420"/>
              <a:gd name="connsiteY0-156" fmla="*/ 1224436 h 1224436"/>
              <a:gd name="connsiteX1-157" fmla="*/ 990516 w 1283420"/>
              <a:gd name="connsiteY1-158" fmla="*/ 1224436 h 1224436"/>
              <a:gd name="connsiteX2-159" fmla="*/ 1062983 w 1283420"/>
              <a:gd name="connsiteY2-160" fmla="*/ 1171786 h 1224436"/>
              <a:gd name="connsiteX3-161" fmla="*/ 1279389 w 1283420"/>
              <a:gd name="connsiteY3-162" fmla="*/ 505758 h 1224436"/>
              <a:gd name="connsiteX4-163" fmla="*/ 1251710 w 1283420"/>
              <a:gd name="connsiteY4-164" fmla="*/ 420568 h 1224436"/>
              <a:gd name="connsiteX5-165" fmla="*/ 685152 w 1283420"/>
              <a:gd name="connsiteY5-166" fmla="*/ 8939 h 1224436"/>
              <a:gd name="connsiteX6-167" fmla="*/ 595578 w 1283420"/>
              <a:gd name="connsiteY6-168" fmla="*/ 8938 h 1224436"/>
              <a:gd name="connsiteX7-169" fmla="*/ 29020 w 1283420"/>
              <a:gd name="connsiteY7-170" fmla="*/ 420567 h 1224436"/>
              <a:gd name="connsiteX8-171" fmla="*/ 1340 w 1283420"/>
              <a:gd name="connsiteY8-172" fmla="*/ 505757 h 1224436"/>
              <a:gd name="connsiteX9-173" fmla="*/ 217745 w 1283420"/>
              <a:gd name="connsiteY9-174" fmla="*/ 1171785 h 1224436"/>
              <a:gd name="connsiteX10-175" fmla="*/ 290211 w 1283420"/>
              <a:gd name="connsiteY10-176" fmla="*/ 1224436 h 1224436"/>
              <a:gd name="connsiteX0-177" fmla="*/ 290211 w 1283420"/>
              <a:gd name="connsiteY0-178" fmla="*/ 1224436 h 1224436"/>
              <a:gd name="connsiteX1-179" fmla="*/ 990516 w 1283420"/>
              <a:gd name="connsiteY1-180" fmla="*/ 1224436 h 1224436"/>
              <a:gd name="connsiteX2-181" fmla="*/ 1062983 w 1283420"/>
              <a:gd name="connsiteY2-182" fmla="*/ 1171786 h 1224436"/>
              <a:gd name="connsiteX3-183" fmla="*/ 1279389 w 1283420"/>
              <a:gd name="connsiteY3-184" fmla="*/ 505758 h 1224436"/>
              <a:gd name="connsiteX4-185" fmla="*/ 1251710 w 1283420"/>
              <a:gd name="connsiteY4-186" fmla="*/ 420568 h 1224436"/>
              <a:gd name="connsiteX5-187" fmla="*/ 685152 w 1283420"/>
              <a:gd name="connsiteY5-188" fmla="*/ 8939 h 1224436"/>
              <a:gd name="connsiteX6-189" fmla="*/ 595578 w 1283420"/>
              <a:gd name="connsiteY6-190" fmla="*/ 8938 h 1224436"/>
              <a:gd name="connsiteX7-191" fmla="*/ 29020 w 1283420"/>
              <a:gd name="connsiteY7-192" fmla="*/ 420567 h 1224436"/>
              <a:gd name="connsiteX8-193" fmla="*/ 1340 w 1283420"/>
              <a:gd name="connsiteY8-194" fmla="*/ 505757 h 1224436"/>
              <a:gd name="connsiteX9-195" fmla="*/ 217745 w 1283420"/>
              <a:gd name="connsiteY9-196" fmla="*/ 1171785 h 1224436"/>
              <a:gd name="connsiteX10-197" fmla="*/ 290211 w 1283420"/>
              <a:gd name="connsiteY10-198" fmla="*/ 1224436 h 1224436"/>
              <a:gd name="connsiteX0-199" fmla="*/ 290211 w 1283420"/>
              <a:gd name="connsiteY0-200" fmla="*/ 1224436 h 1224436"/>
              <a:gd name="connsiteX1-201" fmla="*/ 990516 w 1283420"/>
              <a:gd name="connsiteY1-202" fmla="*/ 1224436 h 1224436"/>
              <a:gd name="connsiteX2-203" fmla="*/ 1062983 w 1283420"/>
              <a:gd name="connsiteY2-204" fmla="*/ 1171786 h 1224436"/>
              <a:gd name="connsiteX3-205" fmla="*/ 1279389 w 1283420"/>
              <a:gd name="connsiteY3-206" fmla="*/ 505758 h 1224436"/>
              <a:gd name="connsiteX4-207" fmla="*/ 1251710 w 1283420"/>
              <a:gd name="connsiteY4-208" fmla="*/ 420568 h 1224436"/>
              <a:gd name="connsiteX5-209" fmla="*/ 685152 w 1283420"/>
              <a:gd name="connsiteY5-210" fmla="*/ 8939 h 1224436"/>
              <a:gd name="connsiteX6-211" fmla="*/ 595578 w 1283420"/>
              <a:gd name="connsiteY6-212" fmla="*/ 8938 h 1224436"/>
              <a:gd name="connsiteX7-213" fmla="*/ 29020 w 1283420"/>
              <a:gd name="connsiteY7-214" fmla="*/ 420567 h 1224436"/>
              <a:gd name="connsiteX8-215" fmla="*/ 1340 w 1283420"/>
              <a:gd name="connsiteY8-216" fmla="*/ 505757 h 1224436"/>
              <a:gd name="connsiteX9-217" fmla="*/ 217745 w 1283420"/>
              <a:gd name="connsiteY9-218" fmla="*/ 1171785 h 1224436"/>
              <a:gd name="connsiteX10-219" fmla="*/ 290211 w 1283420"/>
              <a:gd name="connsiteY10-220" fmla="*/ 1224436 h 1224436"/>
              <a:gd name="connsiteX0-221" fmla="*/ 290211 w 1283420"/>
              <a:gd name="connsiteY0-222" fmla="*/ 1230580 h 1230580"/>
              <a:gd name="connsiteX1-223" fmla="*/ 990516 w 1283420"/>
              <a:gd name="connsiteY1-224" fmla="*/ 1230580 h 1230580"/>
              <a:gd name="connsiteX2-225" fmla="*/ 1062983 w 1283420"/>
              <a:gd name="connsiteY2-226" fmla="*/ 1177930 h 1230580"/>
              <a:gd name="connsiteX3-227" fmla="*/ 1279389 w 1283420"/>
              <a:gd name="connsiteY3-228" fmla="*/ 511902 h 1230580"/>
              <a:gd name="connsiteX4-229" fmla="*/ 1251710 w 1283420"/>
              <a:gd name="connsiteY4-230" fmla="*/ 426712 h 1230580"/>
              <a:gd name="connsiteX5-231" fmla="*/ 685152 w 1283420"/>
              <a:gd name="connsiteY5-232" fmla="*/ 15083 h 1230580"/>
              <a:gd name="connsiteX6-233" fmla="*/ 595578 w 1283420"/>
              <a:gd name="connsiteY6-234" fmla="*/ 15082 h 1230580"/>
              <a:gd name="connsiteX7-235" fmla="*/ 29020 w 1283420"/>
              <a:gd name="connsiteY7-236" fmla="*/ 426711 h 1230580"/>
              <a:gd name="connsiteX8-237" fmla="*/ 1340 w 1283420"/>
              <a:gd name="connsiteY8-238" fmla="*/ 511901 h 1230580"/>
              <a:gd name="connsiteX9-239" fmla="*/ 217745 w 1283420"/>
              <a:gd name="connsiteY9-240" fmla="*/ 1177929 h 1230580"/>
              <a:gd name="connsiteX10-241" fmla="*/ 290211 w 1283420"/>
              <a:gd name="connsiteY10-242" fmla="*/ 1230580 h 1230580"/>
              <a:gd name="connsiteX0-243" fmla="*/ 290211 w 1283420"/>
              <a:gd name="connsiteY0-244" fmla="*/ 1230580 h 1230580"/>
              <a:gd name="connsiteX1-245" fmla="*/ 990516 w 1283420"/>
              <a:gd name="connsiteY1-246" fmla="*/ 1230580 h 1230580"/>
              <a:gd name="connsiteX2-247" fmla="*/ 1062983 w 1283420"/>
              <a:gd name="connsiteY2-248" fmla="*/ 1177930 h 1230580"/>
              <a:gd name="connsiteX3-249" fmla="*/ 1279389 w 1283420"/>
              <a:gd name="connsiteY3-250" fmla="*/ 511902 h 1230580"/>
              <a:gd name="connsiteX4-251" fmla="*/ 1251710 w 1283420"/>
              <a:gd name="connsiteY4-252" fmla="*/ 426712 h 1230580"/>
              <a:gd name="connsiteX5-253" fmla="*/ 685152 w 1283420"/>
              <a:gd name="connsiteY5-254" fmla="*/ 15083 h 1230580"/>
              <a:gd name="connsiteX6-255" fmla="*/ 595578 w 1283420"/>
              <a:gd name="connsiteY6-256" fmla="*/ 15082 h 1230580"/>
              <a:gd name="connsiteX7-257" fmla="*/ 29020 w 1283420"/>
              <a:gd name="connsiteY7-258" fmla="*/ 426711 h 1230580"/>
              <a:gd name="connsiteX8-259" fmla="*/ 1340 w 1283420"/>
              <a:gd name="connsiteY8-260" fmla="*/ 511901 h 1230580"/>
              <a:gd name="connsiteX9-261" fmla="*/ 217745 w 1283420"/>
              <a:gd name="connsiteY9-262" fmla="*/ 1177929 h 1230580"/>
              <a:gd name="connsiteX10-263" fmla="*/ 290211 w 1283420"/>
              <a:gd name="connsiteY10-264" fmla="*/ 1230580 h 1230580"/>
              <a:gd name="connsiteX0-265" fmla="*/ 290211 w 1283420"/>
              <a:gd name="connsiteY0-266" fmla="*/ 1230580 h 1230580"/>
              <a:gd name="connsiteX1-267" fmla="*/ 990516 w 1283420"/>
              <a:gd name="connsiteY1-268" fmla="*/ 1230580 h 1230580"/>
              <a:gd name="connsiteX2-269" fmla="*/ 1062983 w 1283420"/>
              <a:gd name="connsiteY2-270" fmla="*/ 1177930 h 1230580"/>
              <a:gd name="connsiteX3-271" fmla="*/ 1279389 w 1283420"/>
              <a:gd name="connsiteY3-272" fmla="*/ 511902 h 1230580"/>
              <a:gd name="connsiteX4-273" fmla="*/ 1251710 w 1283420"/>
              <a:gd name="connsiteY4-274" fmla="*/ 426712 h 1230580"/>
              <a:gd name="connsiteX5-275" fmla="*/ 685152 w 1283420"/>
              <a:gd name="connsiteY5-276" fmla="*/ 15083 h 1230580"/>
              <a:gd name="connsiteX6-277" fmla="*/ 595578 w 1283420"/>
              <a:gd name="connsiteY6-278" fmla="*/ 15082 h 1230580"/>
              <a:gd name="connsiteX7-279" fmla="*/ 29020 w 1283420"/>
              <a:gd name="connsiteY7-280" fmla="*/ 426711 h 1230580"/>
              <a:gd name="connsiteX8-281" fmla="*/ 1340 w 1283420"/>
              <a:gd name="connsiteY8-282" fmla="*/ 511901 h 1230580"/>
              <a:gd name="connsiteX9-283" fmla="*/ 217745 w 1283420"/>
              <a:gd name="connsiteY9-284" fmla="*/ 1177929 h 1230580"/>
              <a:gd name="connsiteX10-285" fmla="*/ 290211 w 1283420"/>
              <a:gd name="connsiteY10-286" fmla="*/ 1230580 h 1230580"/>
              <a:gd name="connsiteX0-287" fmla="*/ 288871 w 1282080"/>
              <a:gd name="connsiteY0-288" fmla="*/ 1230580 h 1230580"/>
              <a:gd name="connsiteX1-289" fmla="*/ 989176 w 1282080"/>
              <a:gd name="connsiteY1-290" fmla="*/ 1230580 h 1230580"/>
              <a:gd name="connsiteX2-291" fmla="*/ 1061643 w 1282080"/>
              <a:gd name="connsiteY2-292" fmla="*/ 1177930 h 1230580"/>
              <a:gd name="connsiteX3-293" fmla="*/ 1278049 w 1282080"/>
              <a:gd name="connsiteY3-294" fmla="*/ 511902 h 1230580"/>
              <a:gd name="connsiteX4-295" fmla="*/ 1250370 w 1282080"/>
              <a:gd name="connsiteY4-296" fmla="*/ 426712 h 1230580"/>
              <a:gd name="connsiteX5-297" fmla="*/ 683812 w 1282080"/>
              <a:gd name="connsiteY5-298" fmla="*/ 15083 h 1230580"/>
              <a:gd name="connsiteX6-299" fmla="*/ 594238 w 1282080"/>
              <a:gd name="connsiteY6-300" fmla="*/ 15082 h 1230580"/>
              <a:gd name="connsiteX7-301" fmla="*/ 27680 w 1282080"/>
              <a:gd name="connsiteY7-302" fmla="*/ 426711 h 1230580"/>
              <a:gd name="connsiteX8-303" fmla="*/ 0 w 1282080"/>
              <a:gd name="connsiteY8-304" fmla="*/ 511901 h 1230580"/>
              <a:gd name="connsiteX9-305" fmla="*/ 216405 w 1282080"/>
              <a:gd name="connsiteY9-306" fmla="*/ 1177929 h 1230580"/>
              <a:gd name="connsiteX10-307" fmla="*/ 288871 w 1282080"/>
              <a:gd name="connsiteY10-308" fmla="*/ 1230580 h 1230580"/>
              <a:gd name="connsiteX0-309" fmla="*/ 292900 w 1286109"/>
              <a:gd name="connsiteY0-310" fmla="*/ 1230580 h 1230580"/>
              <a:gd name="connsiteX1-311" fmla="*/ 993205 w 1286109"/>
              <a:gd name="connsiteY1-312" fmla="*/ 1230580 h 1230580"/>
              <a:gd name="connsiteX2-313" fmla="*/ 1065672 w 1286109"/>
              <a:gd name="connsiteY2-314" fmla="*/ 1177930 h 1230580"/>
              <a:gd name="connsiteX3-315" fmla="*/ 1282078 w 1286109"/>
              <a:gd name="connsiteY3-316" fmla="*/ 511902 h 1230580"/>
              <a:gd name="connsiteX4-317" fmla="*/ 1254399 w 1286109"/>
              <a:gd name="connsiteY4-318" fmla="*/ 426712 h 1230580"/>
              <a:gd name="connsiteX5-319" fmla="*/ 687841 w 1286109"/>
              <a:gd name="connsiteY5-320" fmla="*/ 15083 h 1230580"/>
              <a:gd name="connsiteX6-321" fmla="*/ 598267 w 1286109"/>
              <a:gd name="connsiteY6-322" fmla="*/ 15082 h 1230580"/>
              <a:gd name="connsiteX7-323" fmla="*/ 31709 w 1286109"/>
              <a:gd name="connsiteY7-324" fmla="*/ 426711 h 1230580"/>
              <a:gd name="connsiteX8-325" fmla="*/ 4029 w 1286109"/>
              <a:gd name="connsiteY8-326" fmla="*/ 511901 h 1230580"/>
              <a:gd name="connsiteX9-327" fmla="*/ 220434 w 1286109"/>
              <a:gd name="connsiteY9-328" fmla="*/ 1177929 h 1230580"/>
              <a:gd name="connsiteX10-329" fmla="*/ 292900 w 1286109"/>
              <a:gd name="connsiteY10-330" fmla="*/ 1230580 h 1230580"/>
              <a:gd name="connsiteX0-331" fmla="*/ 292900 w 1286109"/>
              <a:gd name="connsiteY0-332" fmla="*/ 1230580 h 1230580"/>
              <a:gd name="connsiteX1-333" fmla="*/ 993205 w 1286109"/>
              <a:gd name="connsiteY1-334" fmla="*/ 1230580 h 1230580"/>
              <a:gd name="connsiteX2-335" fmla="*/ 1065672 w 1286109"/>
              <a:gd name="connsiteY2-336" fmla="*/ 1177930 h 1230580"/>
              <a:gd name="connsiteX3-337" fmla="*/ 1282078 w 1286109"/>
              <a:gd name="connsiteY3-338" fmla="*/ 511902 h 1230580"/>
              <a:gd name="connsiteX4-339" fmla="*/ 1254399 w 1286109"/>
              <a:gd name="connsiteY4-340" fmla="*/ 426712 h 1230580"/>
              <a:gd name="connsiteX5-341" fmla="*/ 687841 w 1286109"/>
              <a:gd name="connsiteY5-342" fmla="*/ 15083 h 1230580"/>
              <a:gd name="connsiteX6-343" fmla="*/ 598267 w 1286109"/>
              <a:gd name="connsiteY6-344" fmla="*/ 15082 h 1230580"/>
              <a:gd name="connsiteX7-345" fmla="*/ 31709 w 1286109"/>
              <a:gd name="connsiteY7-346" fmla="*/ 426711 h 1230580"/>
              <a:gd name="connsiteX8-347" fmla="*/ 4029 w 1286109"/>
              <a:gd name="connsiteY8-348" fmla="*/ 511901 h 1230580"/>
              <a:gd name="connsiteX9-349" fmla="*/ 220434 w 1286109"/>
              <a:gd name="connsiteY9-350" fmla="*/ 1177929 h 1230580"/>
              <a:gd name="connsiteX10-351" fmla="*/ 292900 w 1286109"/>
              <a:gd name="connsiteY10-352" fmla="*/ 1230580 h 1230580"/>
              <a:gd name="connsiteX0-353" fmla="*/ 292900 w 1286109"/>
              <a:gd name="connsiteY0-354" fmla="*/ 1230580 h 1230580"/>
              <a:gd name="connsiteX1-355" fmla="*/ 993205 w 1286109"/>
              <a:gd name="connsiteY1-356" fmla="*/ 1230580 h 1230580"/>
              <a:gd name="connsiteX2-357" fmla="*/ 1065672 w 1286109"/>
              <a:gd name="connsiteY2-358" fmla="*/ 1177930 h 1230580"/>
              <a:gd name="connsiteX3-359" fmla="*/ 1282078 w 1286109"/>
              <a:gd name="connsiteY3-360" fmla="*/ 511902 h 1230580"/>
              <a:gd name="connsiteX4-361" fmla="*/ 1254399 w 1286109"/>
              <a:gd name="connsiteY4-362" fmla="*/ 426712 h 1230580"/>
              <a:gd name="connsiteX5-363" fmla="*/ 687841 w 1286109"/>
              <a:gd name="connsiteY5-364" fmla="*/ 15083 h 1230580"/>
              <a:gd name="connsiteX6-365" fmla="*/ 598267 w 1286109"/>
              <a:gd name="connsiteY6-366" fmla="*/ 15082 h 1230580"/>
              <a:gd name="connsiteX7-367" fmla="*/ 31709 w 1286109"/>
              <a:gd name="connsiteY7-368" fmla="*/ 426711 h 1230580"/>
              <a:gd name="connsiteX8-369" fmla="*/ 4029 w 1286109"/>
              <a:gd name="connsiteY8-370" fmla="*/ 511901 h 1230580"/>
              <a:gd name="connsiteX9-371" fmla="*/ 220434 w 1286109"/>
              <a:gd name="connsiteY9-372" fmla="*/ 1177929 h 1230580"/>
              <a:gd name="connsiteX10-373" fmla="*/ 292900 w 1286109"/>
              <a:gd name="connsiteY10-374" fmla="*/ 1230580 h 1230580"/>
              <a:gd name="connsiteX0-375" fmla="*/ 292900 w 1286109"/>
              <a:gd name="connsiteY0-376" fmla="*/ 1230580 h 1230580"/>
              <a:gd name="connsiteX1-377" fmla="*/ 993205 w 1286109"/>
              <a:gd name="connsiteY1-378" fmla="*/ 1230580 h 1230580"/>
              <a:gd name="connsiteX2-379" fmla="*/ 1065672 w 1286109"/>
              <a:gd name="connsiteY2-380" fmla="*/ 1177930 h 1230580"/>
              <a:gd name="connsiteX3-381" fmla="*/ 1282078 w 1286109"/>
              <a:gd name="connsiteY3-382" fmla="*/ 511902 h 1230580"/>
              <a:gd name="connsiteX4-383" fmla="*/ 1254399 w 1286109"/>
              <a:gd name="connsiteY4-384" fmla="*/ 426712 h 1230580"/>
              <a:gd name="connsiteX5-385" fmla="*/ 687841 w 1286109"/>
              <a:gd name="connsiteY5-386" fmla="*/ 15083 h 1230580"/>
              <a:gd name="connsiteX6-387" fmla="*/ 598267 w 1286109"/>
              <a:gd name="connsiteY6-388" fmla="*/ 15082 h 1230580"/>
              <a:gd name="connsiteX7-389" fmla="*/ 31709 w 1286109"/>
              <a:gd name="connsiteY7-390" fmla="*/ 426711 h 1230580"/>
              <a:gd name="connsiteX8-391" fmla="*/ 4029 w 1286109"/>
              <a:gd name="connsiteY8-392" fmla="*/ 511901 h 1230580"/>
              <a:gd name="connsiteX9-393" fmla="*/ 220434 w 1286109"/>
              <a:gd name="connsiteY9-394" fmla="*/ 1177929 h 1230580"/>
              <a:gd name="connsiteX10-395" fmla="*/ 292900 w 1286109"/>
              <a:gd name="connsiteY10-396" fmla="*/ 1230580 h 12305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286109" h="1230580">
                <a:moveTo>
                  <a:pt x="292900" y="1230580"/>
                </a:moveTo>
                <a:cubicBezTo>
                  <a:pt x="292900" y="1230580"/>
                  <a:pt x="993205" y="1230580"/>
                  <a:pt x="993205" y="1230580"/>
                </a:cubicBezTo>
                <a:cubicBezTo>
                  <a:pt x="1027419" y="1230580"/>
                  <a:pt x="1055099" y="1210470"/>
                  <a:pt x="1065672" y="1177930"/>
                </a:cubicBezTo>
                <a:cubicBezTo>
                  <a:pt x="1065672" y="1177930"/>
                  <a:pt x="1282079" y="511902"/>
                  <a:pt x="1282078" y="511902"/>
                </a:cubicBezTo>
                <a:cubicBezTo>
                  <a:pt x="1292652" y="479362"/>
                  <a:pt x="1282080" y="446822"/>
                  <a:pt x="1254399" y="426712"/>
                </a:cubicBezTo>
                <a:cubicBezTo>
                  <a:pt x="1254399" y="426712"/>
                  <a:pt x="687841" y="15083"/>
                  <a:pt x="687841" y="15083"/>
                </a:cubicBezTo>
                <a:cubicBezTo>
                  <a:pt x="660162" y="-5027"/>
                  <a:pt x="625947" y="-5028"/>
                  <a:pt x="598267" y="15082"/>
                </a:cubicBezTo>
                <a:cubicBezTo>
                  <a:pt x="598267" y="15082"/>
                  <a:pt x="31709" y="426711"/>
                  <a:pt x="31709" y="426711"/>
                </a:cubicBezTo>
                <a:cubicBezTo>
                  <a:pt x="4030" y="446822"/>
                  <a:pt x="-6543" y="479361"/>
                  <a:pt x="4029" y="511901"/>
                </a:cubicBezTo>
                <a:cubicBezTo>
                  <a:pt x="4030" y="511901"/>
                  <a:pt x="220435" y="1177929"/>
                  <a:pt x="220434" y="1177929"/>
                </a:cubicBezTo>
                <a:cubicBezTo>
                  <a:pt x="231008" y="1210469"/>
                  <a:pt x="258687" y="1230580"/>
                  <a:pt x="292900" y="123058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64000">
                <a:schemeClr val="accent1">
                  <a:alpha val="100000"/>
                </a:schemeClr>
              </a:gs>
            </a:gsLst>
            <a:lin ang="48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任意多边形: 形状 9"/>
          <p:cNvSpPr/>
          <p:nvPr>
            <p:custDataLst>
              <p:tags r:id="rId6"/>
            </p:custDataLst>
          </p:nvPr>
        </p:nvSpPr>
        <p:spPr>
          <a:xfrm>
            <a:off x="6936316" y="3180926"/>
            <a:ext cx="1272010" cy="1217090"/>
          </a:xfrm>
          <a:custGeom>
            <a:avLst/>
            <a:gdLst>
              <a:gd name="connsiteX0" fmla="*/ 290211 w 1282096"/>
              <a:gd name="connsiteY0" fmla="*/ 1224436 h 1224436"/>
              <a:gd name="connsiteX1" fmla="*/ 990516 w 1282096"/>
              <a:gd name="connsiteY1" fmla="*/ 1224436 h 1224436"/>
              <a:gd name="connsiteX2" fmla="*/ 1062983 w 1282096"/>
              <a:gd name="connsiteY2" fmla="*/ 1171786 h 1224436"/>
              <a:gd name="connsiteX3" fmla="*/ 1279389 w 1282096"/>
              <a:gd name="connsiteY3" fmla="*/ 505758 h 1224436"/>
              <a:gd name="connsiteX4" fmla="*/ 1251710 w 1282096"/>
              <a:gd name="connsiteY4" fmla="*/ 420568 h 1224436"/>
              <a:gd name="connsiteX5" fmla="*/ 685152 w 1282096"/>
              <a:gd name="connsiteY5" fmla="*/ 8939 h 1224436"/>
              <a:gd name="connsiteX6" fmla="*/ 595578 w 1282096"/>
              <a:gd name="connsiteY6" fmla="*/ 8938 h 1224436"/>
              <a:gd name="connsiteX7" fmla="*/ 29020 w 1282096"/>
              <a:gd name="connsiteY7" fmla="*/ 420567 h 1224436"/>
              <a:gd name="connsiteX8" fmla="*/ 1340 w 1282096"/>
              <a:gd name="connsiteY8" fmla="*/ 505757 h 1224436"/>
              <a:gd name="connsiteX9" fmla="*/ 217745 w 1282096"/>
              <a:gd name="connsiteY9" fmla="*/ 1171785 h 1224436"/>
              <a:gd name="connsiteX10" fmla="*/ 290211 w 1282096"/>
              <a:gd name="connsiteY10" fmla="*/ 1224436 h 1224436"/>
              <a:gd name="connsiteX0-1" fmla="*/ 290211 w 1282096"/>
              <a:gd name="connsiteY0-2" fmla="*/ 1224436 h 1224436"/>
              <a:gd name="connsiteX1-3" fmla="*/ 990516 w 1282096"/>
              <a:gd name="connsiteY1-4" fmla="*/ 1224436 h 1224436"/>
              <a:gd name="connsiteX2-5" fmla="*/ 1062983 w 1282096"/>
              <a:gd name="connsiteY2-6" fmla="*/ 1171786 h 1224436"/>
              <a:gd name="connsiteX3-7" fmla="*/ 1279389 w 1282096"/>
              <a:gd name="connsiteY3-8" fmla="*/ 505758 h 1224436"/>
              <a:gd name="connsiteX4-9" fmla="*/ 1251710 w 1282096"/>
              <a:gd name="connsiteY4-10" fmla="*/ 420568 h 1224436"/>
              <a:gd name="connsiteX5-11" fmla="*/ 685152 w 1282096"/>
              <a:gd name="connsiteY5-12" fmla="*/ 8939 h 1224436"/>
              <a:gd name="connsiteX6-13" fmla="*/ 595578 w 1282096"/>
              <a:gd name="connsiteY6-14" fmla="*/ 8938 h 1224436"/>
              <a:gd name="connsiteX7-15" fmla="*/ 29020 w 1282096"/>
              <a:gd name="connsiteY7-16" fmla="*/ 420567 h 1224436"/>
              <a:gd name="connsiteX8-17" fmla="*/ 1340 w 1282096"/>
              <a:gd name="connsiteY8-18" fmla="*/ 505757 h 1224436"/>
              <a:gd name="connsiteX9-19" fmla="*/ 217745 w 1282096"/>
              <a:gd name="connsiteY9-20" fmla="*/ 1171785 h 1224436"/>
              <a:gd name="connsiteX10-21" fmla="*/ 290211 w 1282096"/>
              <a:gd name="connsiteY10-22" fmla="*/ 1224436 h 1224436"/>
              <a:gd name="connsiteX0-23" fmla="*/ 290211 w 1282096"/>
              <a:gd name="connsiteY0-24" fmla="*/ 1224436 h 1224436"/>
              <a:gd name="connsiteX1-25" fmla="*/ 990516 w 1282096"/>
              <a:gd name="connsiteY1-26" fmla="*/ 1224436 h 1224436"/>
              <a:gd name="connsiteX2-27" fmla="*/ 1062983 w 1282096"/>
              <a:gd name="connsiteY2-28" fmla="*/ 1171786 h 1224436"/>
              <a:gd name="connsiteX3-29" fmla="*/ 1279389 w 1282096"/>
              <a:gd name="connsiteY3-30" fmla="*/ 505758 h 1224436"/>
              <a:gd name="connsiteX4-31" fmla="*/ 1251710 w 1282096"/>
              <a:gd name="connsiteY4-32" fmla="*/ 420568 h 1224436"/>
              <a:gd name="connsiteX5-33" fmla="*/ 685152 w 1282096"/>
              <a:gd name="connsiteY5-34" fmla="*/ 8939 h 1224436"/>
              <a:gd name="connsiteX6-35" fmla="*/ 595578 w 1282096"/>
              <a:gd name="connsiteY6-36" fmla="*/ 8938 h 1224436"/>
              <a:gd name="connsiteX7-37" fmla="*/ 29020 w 1282096"/>
              <a:gd name="connsiteY7-38" fmla="*/ 420567 h 1224436"/>
              <a:gd name="connsiteX8-39" fmla="*/ 1340 w 1282096"/>
              <a:gd name="connsiteY8-40" fmla="*/ 505757 h 1224436"/>
              <a:gd name="connsiteX9-41" fmla="*/ 217745 w 1282096"/>
              <a:gd name="connsiteY9-42" fmla="*/ 1171785 h 1224436"/>
              <a:gd name="connsiteX10-43" fmla="*/ 290211 w 1282096"/>
              <a:gd name="connsiteY10-44" fmla="*/ 1224436 h 1224436"/>
              <a:gd name="connsiteX0-45" fmla="*/ 290211 w 1282096"/>
              <a:gd name="connsiteY0-46" fmla="*/ 1224436 h 1224436"/>
              <a:gd name="connsiteX1-47" fmla="*/ 990516 w 1282096"/>
              <a:gd name="connsiteY1-48" fmla="*/ 1224436 h 1224436"/>
              <a:gd name="connsiteX2-49" fmla="*/ 1062983 w 1282096"/>
              <a:gd name="connsiteY2-50" fmla="*/ 1171786 h 1224436"/>
              <a:gd name="connsiteX3-51" fmla="*/ 1279389 w 1282096"/>
              <a:gd name="connsiteY3-52" fmla="*/ 505758 h 1224436"/>
              <a:gd name="connsiteX4-53" fmla="*/ 1251710 w 1282096"/>
              <a:gd name="connsiteY4-54" fmla="*/ 420568 h 1224436"/>
              <a:gd name="connsiteX5-55" fmla="*/ 685152 w 1282096"/>
              <a:gd name="connsiteY5-56" fmla="*/ 8939 h 1224436"/>
              <a:gd name="connsiteX6-57" fmla="*/ 595578 w 1282096"/>
              <a:gd name="connsiteY6-58" fmla="*/ 8938 h 1224436"/>
              <a:gd name="connsiteX7-59" fmla="*/ 29020 w 1282096"/>
              <a:gd name="connsiteY7-60" fmla="*/ 420567 h 1224436"/>
              <a:gd name="connsiteX8-61" fmla="*/ 1340 w 1282096"/>
              <a:gd name="connsiteY8-62" fmla="*/ 505757 h 1224436"/>
              <a:gd name="connsiteX9-63" fmla="*/ 217745 w 1282096"/>
              <a:gd name="connsiteY9-64" fmla="*/ 1171785 h 1224436"/>
              <a:gd name="connsiteX10-65" fmla="*/ 290211 w 1282096"/>
              <a:gd name="connsiteY10-66" fmla="*/ 1224436 h 1224436"/>
              <a:gd name="connsiteX0-67" fmla="*/ 290211 w 1279747"/>
              <a:gd name="connsiteY0-68" fmla="*/ 1224436 h 1224436"/>
              <a:gd name="connsiteX1-69" fmla="*/ 990516 w 1279747"/>
              <a:gd name="connsiteY1-70" fmla="*/ 1224436 h 1224436"/>
              <a:gd name="connsiteX2-71" fmla="*/ 1062983 w 1279747"/>
              <a:gd name="connsiteY2-72" fmla="*/ 1171786 h 1224436"/>
              <a:gd name="connsiteX3-73" fmla="*/ 1279389 w 1279747"/>
              <a:gd name="connsiteY3-74" fmla="*/ 505758 h 1224436"/>
              <a:gd name="connsiteX4-75" fmla="*/ 1251710 w 1279747"/>
              <a:gd name="connsiteY4-76" fmla="*/ 420568 h 1224436"/>
              <a:gd name="connsiteX5-77" fmla="*/ 685152 w 1279747"/>
              <a:gd name="connsiteY5-78" fmla="*/ 8939 h 1224436"/>
              <a:gd name="connsiteX6-79" fmla="*/ 595578 w 1279747"/>
              <a:gd name="connsiteY6-80" fmla="*/ 8938 h 1224436"/>
              <a:gd name="connsiteX7-81" fmla="*/ 29020 w 1279747"/>
              <a:gd name="connsiteY7-82" fmla="*/ 420567 h 1224436"/>
              <a:gd name="connsiteX8-83" fmla="*/ 1340 w 1279747"/>
              <a:gd name="connsiteY8-84" fmla="*/ 505757 h 1224436"/>
              <a:gd name="connsiteX9-85" fmla="*/ 217745 w 1279747"/>
              <a:gd name="connsiteY9-86" fmla="*/ 1171785 h 1224436"/>
              <a:gd name="connsiteX10-87" fmla="*/ 290211 w 1279747"/>
              <a:gd name="connsiteY10-88" fmla="*/ 1224436 h 1224436"/>
              <a:gd name="connsiteX0-89" fmla="*/ 290211 w 1279389"/>
              <a:gd name="connsiteY0-90" fmla="*/ 1224436 h 1224436"/>
              <a:gd name="connsiteX1-91" fmla="*/ 990516 w 1279389"/>
              <a:gd name="connsiteY1-92" fmla="*/ 1224436 h 1224436"/>
              <a:gd name="connsiteX2-93" fmla="*/ 1062983 w 1279389"/>
              <a:gd name="connsiteY2-94" fmla="*/ 1171786 h 1224436"/>
              <a:gd name="connsiteX3-95" fmla="*/ 1279389 w 1279389"/>
              <a:gd name="connsiteY3-96" fmla="*/ 505758 h 1224436"/>
              <a:gd name="connsiteX4-97" fmla="*/ 1251710 w 1279389"/>
              <a:gd name="connsiteY4-98" fmla="*/ 420568 h 1224436"/>
              <a:gd name="connsiteX5-99" fmla="*/ 685152 w 1279389"/>
              <a:gd name="connsiteY5-100" fmla="*/ 8939 h 1224436"/>
              <a:gd name="connsiteX6-101" fmla="*/ 595578 w 1279389"/>
              <a:gd name="connsiteY6-102" fmla="*/ 8938 h 1224436"/>
              <a:gd name="connsiteX7-103" fmla="*/ 29020 w 1279389"/>
              <a:gd name="connsiteY7-104" fmla="*/ 420567 h 1224436"/>
              <a:gd name="connsiteX8-105" fmla="*/ 1340 w 1279389"/>
              <a:gd name="connsiteY8-106" fmla="*/ 505757 h 1224436"/>
              <a:gd name="connsiteX9-107" fmla="*/ 217745 w 1279389"/>
              <a:gd name="connsiteY9-108" fmla="*/ 1171785 h 1224436"/>
              <a:gd name="connsiteX10-109" fmla="*/ 290211 w 1279389"/>
              <a:gd name="connsiteY10-110" fmla="*/ 1224436 h 1224436"/>
              <a:gd name="connsiteX0-111" fmla="*/ 290211 w 1281237"/>
              <a:gd name="connsiteY0-112" fmla="*/ 1224436 h 1224436"/>
              <a:gd name="connsiteX1-113" fmla="*/ 990516 w 1281237"/>
              <a:gd name="connsiteY1-114" fmla="*/ 1224436 h 1224436"/>
              <a:gd name="connsiteX2-115" fmla="*/ 1062983 w 1281237"/>
              <a:gd name="connsiteY2-116" fmla="*/ 1171786 h 1224436"/>
              <a:gd name="connsiteX3-117" fmla="*/ 1279389 w 1281237"/>
              <a:gd name="connsiteY3-118" fmla="*/ 505758 h 1224436"/>
              <a:gd name="connsiteX4-119" fmla="*/ 1251710 w 1281237"/>
              <a:gd name="connsiteY4-120" fmla="*/ 420568 h 1224436"/>
              <a:gd name="connsiteX5-121" fmla="*/ 685152 w 1281237"/>
              <a:gd name="connsiteY5-122" fmla="*/ 8939 h 1224436"/>
              <a:gd name="connsiteX6-123" fmla="*/ 595578 w 1281237"/>
              <a:gd name="connsiteY6-124" fmla="*/ 8938 h 1224436"/>
              <a:gd name="connsiteX7-125" fmla="*/ 29020 w 1281237"/>
              <a:gd name="connsiteY7-126" fmla="*/ 420567 h 1224436"/>
              <a:gd name="connsiteX8-127" fmla="*/ 1340 w 1281237"/>
              <a:gd name="connsiteY8-128" fmla="*/ 505757 h 1224436"/>
              <a:gd name="connsiteX9-129" fmla="*/ 217745 w 1281237"/>
              <a:gd name="connsiteY9-130" fmla="*/ 1171785 h 1224436"/>
              <a:gd name="connsiteX10-131" fmla="*/ 290211 w 1281237"/>
              <a:gd name="connsiteY10-132" fmla="*/ 1224436 h 1224436"/>
              <a:gd name="connsiteX0-133" fmla="*/ 290211 w 1283420"/>
              <a:gd name="connsiteY0-134" fmla="*/ 1224436 h 1224436"/>
              <a:gd name="connsiteX1-135" fmla="*/ 990516 w 1283420"/>
              <a:gd name="connsiteY1-136" fmla="*/ 1224436 h 1224436"/>
              <a:gd name="connsiteX2-137" fmla="*/ 1062983 w 1283420"/>
              <a:gd name="connsiteY2-138" fmla="*/ 1171786 h 1224436"/>
              <a:gd name="connsiteX3-139" fmla="*/ 1279389 w 1283420"/>
              <a:gd name="connsiteY3-140" fmla="*/ 505758 h 1224436"/>
              <a:gd name="connsiteX4-141" fmla="*/ 1251710 w 1283420"/>
              <a:gd name="connsiteY4-142" fmla="*/ 420568 h 1224436"/>
              <a:gd name="connsiteX5-143" fmla="*/ 685152 w 1283420"/>
              <a:gd name="connsiteY5-144" fmla="*/ 8939 h 1224436"/>
              <a:gd name="connsiteX6-145" fmla="*/ 595578 w 1283420"/>
              <a:gd name="connsiteY6-146" fmla="*/ 8938 h 1224436"/>
              <a:gd name="connsiteX7-147" fmla="*/ 29020 w 1283420"/>
              <a:gd name="connsiteY7-148" fmla="*/ 420567 h 1224436"/>
              <a:gd name="connsiteX8-149" fmla="*/ 1340 w 1283420"/>
              <a:gd name="connsiteY8-150" fmla="*/ 505757 h 1224436"/>
              <a:gd name="connsiteX9-151" fmla="*/ 217745 w 1283420"/>
              <a:gd name="connsiteY9-152" fmla="*/ 1171785 h 1224436"/>
              <a:gd name="connsiteX10-153" fmla="*/ 290211 w 1283420"/>
              <a:gd name="connsiteY10-154" fmla="*/ 1224436 h 1224436"/>
              <a:gd name="connsiteX0-155" fmla="*/ 290211 w 1283420"/>
              <a:gd name="connsiteY0-156" fmla="*/ 1224436 h 1224436"/>
              <a:gd name="connsiteX1-157" fmla="*/ 990516 w 1283420"/>
              <a:gd name="connsiteY1-158" fmla="*/ 1224436 h 1224436"/>
              <a:gd name="connsiteX2-159" fmla="*/ 1062983 w 1283420"/>
              <a:gd name="connsiteY2-160" fmla="*/ 1171786 h 1224436"/>
              <a:gd name="connsiteX3-161" fmla="*/ 1279389 w 1283420"/>
              <a:gd name="connsiteY3-162" fmla="*/ 505758 h 1224436"/>
              <a:gd name="connsiteX4-163" fmla="*/ 1251710 w 1283420"/>
              <a:gd name="connsiteY4-164" fmla="*/ 420568 h 1224436"/>
              <a:gd name="connsiteX5-165" fmla="*/ 685152 w 1283420"/>
              <a:gd name="connsiteY5-166" fmla="*/ 8939 h 1224436"/>
              <a:gd name="connsiteX6-167" fmla="*/ 595578 w 1283420"/>
              <a:gd name="connsiteY6-168" fmla="*/ 8938 h 1224436"/>
              <a:gd name="connsiteX7-169" fmla="*/ 29020 w 1283420"/>
              <a:gd name="connsiteY7-170" fmla="*/ 420567 h 1224436"/>
              <a:gd name="connsiteX8-171" fmla="*/ 1340 w 1283420"/>
              <a:gd name="connsiteY8-172" fmla="*/ 505757 h 1224436"/>
              <a:gd name="connsiteX9-173" fmla="*/ 217745 w 1283420"/>
              <a:gd name="connsiteY9-174" fmla="*/ 1171785 h 1224436"/>
              <a:gd name="connsiteX10-175" fmla="*/ 290211 w 1283420"/>
              <a:gd name="connsiteY10-176" fmla="*/ 1224436 h 1224436"/>
              <a:gd name="connsiteX0-177" fmla="*/ 290211 w 1283420"/>
              <a:gd name="connsiteY0-178" fmla="*/ 1224436 h 1224436"/>
              <a:gd name="connsiteX1-179" fmla="*/ 990516 w 1283420"/>
              <a:gd name="connsiteY1-180" fmla="*/ 1224436 h 1224436"/>
              <a:gd name="connsiteX2-181" fmla="*/ 1062983 w 1283420"/>
              <a:gd name="connsiteY2-182" fmla="*/ 1171786 h 1224436"/>
              <a:gd name="connsiteX3-183" fmla="*/ 1279389 w 1283420"/>
              <a:gd name="connsiteY3-184" fmla="*/ 505758 h 1224436"/>
              <a:gd name="connsiteX4-185" fmla="*/ 1251710 w 1283420"/>
              <a:gd name="connsiteY4-186" fmla="*/ 420568 h 1224436"/>
              <a:gd name="connsiteX5-187" fmla="*/ 685152 w 1283420"/>
              <a:gd name="connsiteY5-188" fmla="*/ 8939 h 1224436"/>
              <a:gd name="connsiteX6-189" fmla="*/ 595578 w 1283420"/>
              <a:gd name="connsiteY6-190" fmla="*/ 8938 h 1224436"/>
              <a:gd name="connsiteX7-191" fmla="*/ 29020 w 1283420"/>
              <a:gd name="connsiteY7-192" fmla="*/ 420567 h 1224436"/>
              <a:gd name="connsiteX8-193" fmla="*/ 1340 w 1283420"/>
              <a:gd name="connsiteY8-194" fmla="*/ 505757 h 1224436"/>
              <a:gd name="connsiteX9-195" fmla="*/ 217745 w 1283420"/>
              <a:gd name="connsiteY9-196" fmla="*/ 1171785 h 1224436"/>
              <a:gd name="connsiteX10-197" fmla="*/ 290211 w 1283420"/>
              <a:gd name="connsiteY10-198" fmla="*/ 1224436 h 1224436"/>
              <a:gd name="connsiteX0-199" fmla="*/ 290211 w 1283420"/>
              <a:gd name="connsiteY0-200" fmla="*/ 1224436 h 1224436"/>
              <a:gd name="connsiteX1-201" fmla="*/ 990516 w 1283420"/>
              <a:gd name="connsiteY1-202" fmla="*/ 1224436 h 1224436"/>
              <a:gd name="connsiteX2-203" fmla="*/ 1062983 w 1283420"/>
              <a:gd name="connsiteY2-204" fmla="*/ 1171786 h 1224436"/>
              <a:gd name="connsiteX3-205" fmla="*/ 1279389 w 1283420"/>
              <a:gd name="connsiteY3-206" fmla="*/ 505758 h 1224436"/>
              <a:gd name="connsiteX4-207" fmla="*/ 1251710 w 1283420"/>
              <a:gd name="connsiteY4-208" fmla="*/ 420568 h 1224436"/>
              <a:gd name="connsiteX5-209" fmla="*/ 685152 w 1283420"/>
              <a:gd name="connsiteY5-210" fmla="*/ 8939 h 1224436"/>
              <a:gd name="connsiteX6-211" fmla="*/ 595578 w 1283420"/>
              <a:gd name="connsiteY6-212" fmla="*/ 8938 h 1224436"/>
              <a:gd name="connsiteX7-213" fmla="*/ 29020 w 1283420"/>
              <a:gd name="connsiteY7-214" fmla="*/ 420567 h 1224436"/>
              <a:gd name="connsiteX8-215" fmla="*/ 1340 w 1283420"/>
              <a:gd name="connsiteY8-216" fmla="*/ 505757 h 1224436"/>
              <a:gd name="connsiteX9-217" fmla="*/ 217745 w 1283420"/>
              <a:gd name="connsiteY9-218" fmla="*/ 1171785 h 1224436"/>
              <a:gd name="connsiteX10-219" fmla="*/ 290211 w 1283420"/>
              <a:gd name="connsiteY10-220" fmla="*/ 1224436 h 1224436"/>
              <a:gd name="connsiteX0-221" fmla="*/ 290211 w 1283420"/>
              <a:gd name="connsiteY0-222" fmla="*/ 1230580 h 1230580"/>
              <a:gd name="connsiteX1-223" fmla="*/ 990516 w 1283420"/>
              <a:gd name="connsiteY1-224" fmla="*/ 1230580 h 1230580"/>
              <a:gd name="connsiteX2-225" fmla="*/ 1062983 w 1283420"/>
              <a:gd name="connsiteY2-226" fmla="*/ 1177930 h 1230580"/>
              <a:gd name="connsiteX3-227" fmla="*/ 1279389 w 1283420"/>
              <a:gd name="connsiteY3-228" fmla="*/ 511902 h 1230580"/>
              <a:gd name="connsiteX4-229" fmla="*/ 1251710 w 1283420"/>
              <a:gd name="connsiteY4-230" fmla="*/ 426712 h 1230580"/>
              <a:gd name="connsiteX5-231" fmla="*/ 685152 w 1283420"/>
              <a:gd name="connsiteY5-232" fmla="*/ 15083 h 1230580"/>
              <a:gd name="connsiteX6-233" fmla="*/ 595578 w 1283420"/>
              <a:gd name="connsiteY6-234" fmla="*/ 15082 h 1230580"/>
              <a:gd name="connsiteX7-235" fmla="*/ 29020 w 1283420"/>
              <a:gd name="connsiteY7-236" fmla="*/ 426711 h 1230580"/>
              <a:gd name="connsiteX8-237" fmla="*/ 1340 w 1283420"/>
              <a:gd name="connsiteY8-238" fmla="*/ 511901 h 1230580"/>
              <a:gd name="connsiteX9-239" fmla="*/ 217745 w 1283420"/>
              <a:gd name="connsiteY9-240" fmla="*/ 1177929 h 1230580"/>
              <a:gd name="connsiteX10-241" fmla="*/ 290211 w 1283420"/>
              <a:gd name="connsiteY10-242" fmla="*/ 1230580 h 1230580"/>
              <a:gd name="connsiteX0-243" fmla="*/ 290211 w 1283420"/>
              <a:gd name="connsiteY0-244" fmla="*/ 1230580 h 1230580"/>
              <a:gd name="connsiteX1-245" fmla="*/ 990516 w 1283420"/>
              <a:gd name="connsiteY1-246" fmla="*/ 1230580 h 1230580"/>
              <a:gd name="connsiteX2-247" fmla="*/ 1062983 w 1283420"/>
              <a:gd name="connsiteY2-248" fmla="*/ 1177930 h 1230580"/>
              <a:gd name="connsiteX3-249" fmla="*/ 1279389 w 1283420"/>
              <a:gd name="connsiteY3-250" fmla="*/ 511902 h 1230580"/>
              <a:gd name="connsiteX4-251" fmla="*/ 1251710 w 1283420"/>
              <a:gd name="connsiteY4-252" fmla="*/ 426712 h 1230580"/>
              <a:gd name="connsiteX5-253" fmla="*/ 685152 w 1283420"/>
              <a:gd name="connsiteY5-254" fmla="*/ 15083 h 1230580"/>
              <a:gd name="connsiteX6-255" fmla="*/ 595578 w 1283420"/>
              <a:gd name="connsiteY6-256" fmla="*/ 15082 h 1230580"/>
              <a:gd name="connsiteX7-257" fmla="*/ 29020 w 1283420"/>
              <a:gd name="connsiteY7-258" fmla="*/ 426711 h 1230580"/>
              <a:gd name="connsiteX8-259" fmla="*/ 1340 w 1283420"/>
              <a:gd name="connsiteY8-260" fmla="*/ 511901 h 1230580"/>
              <a:gd name="connsiteX9-261" fmla="*/ 217745 w 1283420"/>
              <a:gd name="connsiteY9-262" fmla="*/ 1177929 h 1230580"/>
              <a:gd name="connsiteX10-263" fmla="*/ 290211 w 1283420"/>
              <a:gd name="connsiteY10-264" fmla="*/ 1230580 h 1230580"/>
              <a:gd name="connsiteX0-265" fmla="*/ 290211 w 1283420"/>
              <a:gd name="connsiteY0-266" fmla="*/ 1230580 h 1230580"/>
              <a:gd name="connsiteX1-267" fmla="*/ 990516 w 1283420"/>
              <a:gd name="connsiteY1-268" fmla="*/ 1230580 h 1230580"/>
              <a:gd name="connsiteX2-269" fmla="*/ 1062983 w 1283420"/>
              <a:gd name="connsiteY2-270" fmla="*/ 1177930 h 1230580"/>
              <a:gd name="connsiteX3-271" fmla="*/ 1279389 w 1283420"/>
              <a:gd name="connsiteY3-272" fmla="*/ 511902 h 1230580"/>
              <a:gd name="connsiteX4-273" fmla="*/ 1251710 w 1283420"/>
              <a:gd name="connsiteY4-274" fmla="*/ 426712 h 1230580"/>
              <a:gd name="connsiteX5-275" fmla="*/ 685152 w 1283420"/>
              <a:gd name="connsiteY5-276" fmla="*/ 15083 h 1230580"/>
              <a:gd name="connsiteX6-277" fmla="*/ 595578 w 1283420"/>
              <a:gd name="connsiteY6-278" fmla="*/ 15082 h 1230580"/>
              <a:gd name="connsiteX7-279" fmla="*/ 29020 w 1283420"/>
              <a:gd name="connsiteY7-280" fmla="*/ 426711 h 1230580"/>
              <a:gd name="connsiteX8-281" fmla="*/ 1340 w 1283420"/>
              <a:gd name="connsiteY8-282" fmla="*/ 511901 h 1230580"/>
              <a:gd name="connsiteX9-283" fmla="*/ 217745 w 1283420"/>
              <a:gd name="connsiteY9-284" fmla="*/ 1177929 h 1230580"/>
              <a:gd name="connsiteX10-285" fmla="*/ 290211 w 1283420"/>
              <a:gd name="connsiteY10-286" fmla="*/ 1230580 h 1230580"/>
              <a:gd name="connsiteX0-287" fmla="*/ 288871 w 1282080"/>
              <a:gd name="connsiteY0-288" fmla="*/ 1230580 h 1230580"/>
              <a:gd name="connsiteX1-289" fmla="*/ 989176 w 1282080"/>
              <a:gd name="connsiteY1-290" fmla="*/ 1230580 h 1230580"/>
              <a:gd name="connsiteX2-291" fmla="*/ 1061643 w 1282080"/>
              <a:gd name="connsiteY2-292" fmla="*/ 1177930 h 1230580"/>
              <a:gd name="connsiteX3-293" fmla="*/ 1278049 w 1282080"/>
              <a:gd name="connsiteY3-294" fmla="*/ 511902 h 1230580"/>
              <a:gd name="connsiteX4-295" fmla="*/ 1250370 w 1282080"/>
              <a:gd name="connsiteY4-296" fmla="*/ 426712 h 1230580"/>
              <a:gd name="connsiteX5-297" fmla="*/ 683812 w 1282080"/>
              <a:gd name="connsiteY5-298" fmla="*/ 15083 h 1230580"/>
              <a:gd name="connsiteX6-299" fmla="*/ 594238 w 1282080"/>
              <a:gd name="connsiteY6-300" fmla="*/ 15082 h 1230580"/>
              <a:gd name="connsiteX7-301" fmla="*/ 27680 w 1282080"/>
              <a:gd name="connsiteY7-302" fmla="*/ 426711 h 1230580"/>
              <a:gd name="connsiteX8-303" fmla="*/ 0 w 1282080"/>
              <a:gd name="connsiteY8-304" fmla="*/ 511901 h 1230580"/>
              <a:gd name="connsiteX9-305" fmla="*/ 216405 w 1282080"/>
              <a:gd name="connsiteY9-306" fmla="*/ 1177929 h 1230580"/>
              <a:gd name="connsiteX10-307" fmla="*/ 288871 w 1282080"/>
              <a:gd name="connsiteY10-308" fmla="*/ 1230580 h 1230580"/>
              <a:gd name="connsiteX0-309" fmla="*/ 292900 w 1286109"/>
              <a:gd name="connsiteY0-310" fmla="*/ 1230580 h 1230580"/>
              <a:gd name="connsiteX1-311" fmla="*/ 993205 w 1286109"/>
              <a:gd name="connsiteY1-312" fmla="*/ 1230580 h 1230580"/>
              <a:gd name="connsiteX2-313" fmla="*/ 1065672 w 1286109"/>
              <a:gd name="connsiteY2-314" fmla="*/ 1177930 h 1230580"/>
              <a:gd name="connsiteX3-315" fmla="*/ 1282078 w 1286109"/>
              <a:gd name="connsiteY3-316" fmla="*/ 511902 h 1230580"/>
              <a:gd name="connsiteX4-317" fmla="*/ 1254399 w 1286109"/>
              <a:gd name="connsiteY4-318" fmla="*/ 426712 h 1230580"/>
              <a:gd name="connsiteX5-319" fmla="*/ 687841 w 1286109"/>
              <a:gd name="connsiteY5-320" fmla="*/ 15083 h 1230580"/>
              <a:gd name="connsiteX6-321" fmla="*/ 598267 w 1286109"/>
              <a:gd name="connsiteY6-322" fmla="*/ 15082 h 1230580"/>
              <a:gd name="connsiteX7-323" fmla="*/ 31709 w 1286109"/>
              <a:gd name="connsiteY7-324" fmla="*/ 426711 h 1230580"/>
              <a:gd name="connsiteX8-325" fmla="*/ 4029 w 1286109"/>
              <a:gd name="connsiteY8-326" fmla="*/ 511901 h 1230580"/>
              <a:gd name="connsiteX9-327" fmla="*/ 220434 w 1286109"/>
              <a:gd name="connsiteY9-328" fmla="*/ 1177929 h 1230580"/>
              <a:gd name="connsiteX10-329" fmla="*/ 292900 w 1286109"/>
              <a:gd name="connsiteY10-330" fmla="*/ 1230580 h 1230580"/>
              <a:gd name="connsiteX0-331" fmla="*/ 292900 w 1286109"/>
              <a:gd name="connsiteY0-332" fmla="*/ 1230580 h 1230580"/>
              <a:gd name="connsiteX1-333" fmla="*/ 993205 w 1286109"/>
              <a:gd name="connsiteY1-334" fmla="*/ 1230580 h 1230580"/>
              <a:gd name="connsiteX2-335" fmla="*/ 1065672 w 1286109"/>
              <a:gd name="connsiteY2-336" fmla="*/ 1177930 h 1230580"/>
              <a:gd name="connsiteX3-337" fmla="*/ 1282078 w 1286109"/>
              <a:gd name="connsiteY3-338" fmla="*/ 511902 h 1230580"/>
              <a:gd name="connsiteX4-339" fmla="*/ 1254399 w 1286109"/>
              <a:gd name="connsiteY4-340" fmla="*/ 426712 h 1230580"/>
              <a:gd name="connsiteX5-341" fmla="*/ 687841 w 1286109"/>
              <a:gd name="connsiteY5-342" fmla="*/ 15083 h 1230580"/>
              <a:gd name="connsiteX6-343" fmla="*/ 598267 w 1286109"/>
              <a:gd name="connsiteY6-344" fmla="*/ 15082 h 1230580"/>
              <a:gd name="connsiteX7-345" fmla="*/ 31709 w 1286109"/>
              <a:gd name="connsiteY7-346" fmla="*/ 426711 h 1230580"/>
              <a:gd name="connsiteX8-347" fmla="*/ 4029 w 1286109"/>
              <a:gd name="connsiteY8-348" fmla="*/ 511901 h 1230580"/>
              <a:gd name="connsiteX9-349" fmla="*/ 220434 w 1286109"/>
              <a:gd name="connsiteY9-350" fmla="*/ 1177929 h 1230580"/>
              <a:gd name="connsiteX10-351" fmla="*/ 292900 w 1286109"/>
              <a:gd name="connsiteY10-352" fmla="*/ 1230580 h 1230580"/>
              <a:gd name="connsiteX0-353" fmla="*/ 292900 w 1286109"/>
              <a:gd name="connsiteY0-354" fmla="*/ 1230580 h 1230580"/>
              <a:gd name="connsiteX1-355" fmla="*/ 993205 w 1286109"/>
              <a:gd name="connsiteY1-356" fmla="*/ 1230580 h 1230580"/>
              <a:gd name="connsiteX2-357" fmla="*/ 1065672 w 1286109"/>
              <a:gd name="connsiteY2-358" fmla="*/ 1177930 h 1230580"/>
              <a:gd name="connsiteX3-359" fmla="*/ 1282078 w 1286109"/>
              <a:gd name="connsiteY3-360" fmla="*/ 511902 h 1230580"/>
              <a:gd name="connsiteX4-361" fmla="*/ 1254399 w 1286109"/>
              <a:gd name="connsiteY4-362" fmla="*/ 426712 h 1230580"/>
              <a:gd name="connsiteX5-363" fmla="*/ 687841 w 1286109"/>
              <a:gd name="connsiteY5-364" fmla="*/ 15083 h 1230580"/>
              <a:gd name="connsiteX6-365" fmla="*/ 598267 w 1286109"/>
              <a:gd name="connsiteY6-366" fmla="*/ 15082 h 1230580"/>
              <a:gd name="connsiteX7-367" fmla="*/ 31709 w 1286109"/>
              <a:gd name="connsiteY7-368" fmla="*/ 426711 h 1230580"/>
              <a:gd name="connsiteX8-369" fmla="*/ 4029 w 1286109"/>
              <a:gd name="connsiteY8-370" fmla="*/ 511901 h 1230580"/>
              <a:gd name="connsiteX9-371" fmla="*/ 220434 w 1286109"/>
              <a:gd name="connsiteY9-372" fmla="*/ 1177929 h 1230580"/>
              <a:gd name="connsiteX10-373" fmla="*/ 292900 w 1286109"/>
              <a:gd name="connsiteY10-374" fmla="*/ 1230580 h 1230580"/>
              <a:gd name="connsiteX0-375" fmla="*/ 292900 w 1286109"/>
              <a:gd name="connsiteY0-376" fmla="*/ 1230580 h 1230580"/>
              <a:gd name="connsiteX1-377" fmla="*/ 993205 w 1286109"/>
              <a:gd name="connsiteY1-378" fmla="*/ 1230580 h 1230580"/>
              <a:gd name="connsiteX2-379" fmla="*/ 1065672 w 1286109"/>
              <a:gd name="connsiteY2-380" fmla="*/ 1177930 h 1230580"/>
              <a:gd name="connsiteX3-381" fmla="*/ 1282078 w 1286109"/>
              <a:gd name="connsiteY3-382" fmla="*/ 511902 h 1230580"/>
              <a:gd name="connsiteX4-383" fmla="*/ 1254399 w 1286109"/>
              <a:gd name="connsiteY4-384" fmla="*/ 426712 h 1230580"/>
              <a:gd name="connsiteX5-385" fmla="*/ 687841 w 1286109"/>
              <a:gd name="connsiteY5-386" fmla="*/ 15083 h 1230580"/>
              <a:gd name="connsiteX6-387" fmla="*/ 598267 w 1286109"/>
              <a:gd name="connsiteY6-388" fmla="*/ 15082 h 1230580"/>
              <a:gd name="connsiteX7-389" fmla="*/ 31709 w 1286109"/>
              <a:gd name="connsiteY7-390" fmla="*/ 426711 h 1230580"/>
              <a:gd name="connsiteX8-391" fmla="*/ 4029 w 1286109"/>
              <a:gd name="connsiteY8-392" fmla="*/ 511901 h 1230580"/>
              <a:gd name="connsiteX9-393" fmla="*/ 220434 w 1286109"/>
              <a:gd name="connsiteY9-394" fmla="*/ 1177929 h 1230580"/>
              <a:gd name="connsiteX10-395" fmla="*/ 292900 w 1286109"/>
              <a:gd name="connsiteY10-396" fmla="*/ 1230580 h 12305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286109" h="1230580">
                <a:moveTo>
                  <a:pt x="292900" y="1230580"/>
                </a:moveTo>
                <a:cubicBezTo>
                  <a:pt x="292900" y="1230580"/>
                  <a:pt x="993205" y="1230580"/>
                  <a:pt x="993205" y="1230580"/>
                </a:cubicBezTo>
                <a:cubicBezTo>
                  <a:pt x="1027419" y="1230580"/>
                  <a:pt x="1055099" y="1210470"/>
                  <a:pt x="1065672" y="1177930"/>
                </a:cubicBezTo>
                <a:cubicBezTo>
                  <a:pt x="1065672" y="1177930"/>
                  <a:pt x="1282079" y="511902"/>
                  <a:pt x="1282078" y="511902"/>
                </a:cubicBezTo>
                <a:cubicBezTo>
                  <a:pt x="1292652" y="479362"/>
                  <a:pt x="1282080" y="446822"/>
                  <a:pt x="1254399" y="426712"/>
                </a:cubicBezTo>
                <a:cubicBezTo>
                  <a:pt x="1254399" y="426712"/>
                  <a:pt x="687841" y="15083"/>
                  <a:pt x="687841" y="15083"/>
                </a:cubicBezTo>
                <a:cubicBezTo>
                  <a:pt x="660162" y="-5027"/>
                  <a:pt x="625947" y="-5028"/>
                  <a:pt x="598267" y="15082"/>
                </a:cubicBezTo>
                <a:cubicBezTo>
                  <a:pt x="598267" y="15082"/>
                  <a:pt x="31709" y="426711"/>
                  <a:pt x="31709" y="426711"/>
                </a:cubicBezTo>
                <a:cubicBezTo>
                  <a:pt x="4030" y="446822"/>
                  <a:pt x="-6543" y="479361"/>
                  <a:pt x="4029" y="511901"/>
                </a:cubicBezTo>
                <a:cubicBezTo>
                  <a:pt x="4030" y="511901"/>
                  <a:pt x="220435" y="1177929"/>
                  <a:pt x="220434" y="1177929"/>
                </a:cubicBezTo>
                <a:cubicBezTo>
                  <a:pt x="231008" y="1210469"/>
                  <a:pt x="258687" y="1230580"/>
                  <a:pt x="292900" y="123058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64000">
                <a:schemeClr val="accent2">
                  <a:alpha val="100000"/>
                </a:schemeClr>
              </a:gs>
            </a:gsLst>
            <a:lin ang="4800000" scaled="0"/>
          </a:gradFill>
          <a:ln>
            <a:noFill/>
          </a:ln>
          <a:effectLst>
            <a:outerShdw blurRad="50800" dist="38100" dir="2700000" algn="tl" rotWithShape="0">
              <a:schemeClr val="accent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8"/>
          <p:cNvSpPr/>
          <p:nvPr>
            <p:custDataLst>
              <p:tags r:id="rId7"/>
            </p:custDataLst>
          </p:nvPr>
        </p:nvSpPr>
        <p:spPr>
          <a:xfrm>
            <a:off x="4632669" y="2726225"/>
            <a:ext cx="2916851" cy="2791208"/>
          </a:xfrm>
          <a:custGeom>
            <a:avLst/>
            <a:gdLst>
              <a:gd name="connsiteX0" fmla="*/ 667293 w 2939851"/>
              <a:gd name="connsiteY0" fmla="*/ 2807807 h 2807807"/>
              <a:gd name="connsiteX1" fmla="*/ 2269339 w 2939851"/>
              <a:gd name="connsiteY1" fmla="*/ 2807807 h 2807807"/>
              <a:gd name="connsiteX2" fmla="*/ 2438440 w 2939851"/>
              <a:gd name="connsiteY2" fmla="*/ 2684942 h 2807807"/>
              <a:gd name="connsiteX3" fmla="*/ 2933499 w 2939851"/>
              <a:gd name="connsiteY3" fmla="*/ 1161305 h 2807807"/>
              <a:gd name="connsiteX4" fmla="*/ 2868902 w 2939851"/>
              <a:gd name="connsiteY4" fmla="*/ 962514 h 2807807"/>
              <a:gd name="connsiteX5" fmla="*/ 1572819 w 2939851"/>
              <a:gd name="connsiteY5" fmla="*/ 20854 h 2807807"/>
              <a:gd name="connsiteX6" fmla="*/ 1363796 w 2939851"/>
              <a:gd name="connsiteY6" fmla="*/ 20860 h 2807807"/>
              <a:gd name="connsiteX7" fmla="*/ 67714 w 2939851"/>
              <a:gd name="connsiteY7" fmla="*/ 962519 h 2807807"/>
              <a:gd name="connsiteX8" fmla="*/ 3127 w 2939851"/>
              <a:gd name="connsiteY8" fmla="*/ 1161314 h 2807807"/>
              <a:gd name="connsiteX9" fmla="*/ 498187 w 2939851"/>
              <a:gd name="connsiteY9" fmla="*/ 2684951 h 2807807"/>
              <a:gd name="connsiteX10" fmla="*/ 667293 w 2939851"/>
              <a:gd name="connsiteY10" fmla="*/ 2807807 h 2807807"/>
              <a:gd name="connsiteX0-1" fmla="*/ 667293 w 2939851"/>
              <a:gd name="connsiteY0-2" fmla="*/ 2807807 h 2807807"/>
              <a:gd name="connsiteX1-3" fmla="*/ 2269339 w 2939851"/>
              <a:gd name="connsiteY1-4" fmla="*/ 2807807 h 2807807"/>
              <a:gd name="connsiteX2-5" fmla="*/ 2438440 w 2939851"/>
              <a:gd name="connsiteY2-6" fmla="*/ 2684942 h 2807807"/>
              <a:gd name="connsiteX3-7" fmla="*/ 2933499 w 2939851"/>
              <a:gd name="connsiteY3-8" fmla="*/ 1161305 h 2807807"/>
              <a:gd name="connsiteX4-9" fmla="*/ 2868902 w 2939851"/>
              <a:gd name="connsiteY4-10" fmla="*/ 962514 h 2807807"/>
              <a:gd name="connsiteX5-11" fmla="*/ 1572819 w 2939851"/>
              <a:gd name="connsiteY5-12" fmla="*/ 20854 h 2807807"/>
              <a:gd name="connsiteX6-13" fmla="*/ 1363796 w 2939851"/>
              <a:gd name="connsiteY6-14" fmla="*/ 20860 h 2807807"/>
              <a:gd name="connsiteX7-15" fmla="*/ 67714 w 2939851"/>
              <a:gd name="connsiteY7-16" fmla="*/ 962519 h 2807807"/>
              <a:gd name="connsiteX8-17" fmla="*/ 3127 w 2939851"/>
              <a:gd name="connsiteY8-18" fmla="*/ 1161314 h 2807807"/>
              <a:gd name="connsiteX9-19" fmla="*/ 498187 w 2939851"/>
              <a:gd name="connsiteY9-20" fmla="*/ 2684951 h 2807807"/>
              <a:gd name="connsiteX10-21" fmla="*/ 667293 w 2939851"/>
              <a:gd name="connsiteY10-22" fmla="*/ 2807807 h 2807807"/>
              <a:gd name="connsiteX0-23" fmla="*/ 667293 w 2939851"/>
              <a:gd name="connsiteY0-24" fmla="*/ 2807807 h 2807807"/>
              <a:gd name="connsiteX1-25" fmla="*/ 2269339 w 2939851"/>
              <a:gd name="connsiteY1-26" fmla="*/ 2807807 h 2807807"/>
              <a:gd name="connsiteX2-27" fmla="*/ 2438440 w 2939851"/>
              <a:gd name="connsiteY2-28" fmla="*/ 2684942 h 2807807"/>
              <a:gd name="connsiteX3-29" fmla="*/ 2933499 w 2939851"/>
              <a:gd name="connsiteY3-30" fmla="*/ 1161305 h 2807807"/>
              <a:gd name="connsiteX4-31" fmla="*/ 2868902 w 2939851"/>
              <a:gd name="connsiteY4-32" fmla="*/ 962514 h 2807807"/>
              <a:gd name="connsiteX5-33" fmla="*/ 1572819 w 2939851"/>
              <a:gd name="connsiteY5-34" fmla="*/ 20854 h 2807807"/>
              <a:gd name="connsiteX6-35" fmla="*/ 1363796 w 2939851"/>
              <a:gd name="connsiteY6-36" fmla="*/ 20860 h 2807807"/>
              <a:gd name="connsiteX7-37" fmla="*/ 67714 w 2939851"/>
              <a:gd name="connsiteY7-38" fmla="*/ 962519 h 2807807"/>
              <a:gd name="connsiteX8-39" fmla="*/ 3127 w 2939851"/>
              <a:gd name="connsiteY8-40" fmla="*/ 1161314 h 2807807"/>
              <a:gd name="connsiteX9-41" fmla="*/ 498187 w 2939851"/>
              <a:gd name="connsiteY9-42" fmla="*/ 2684951 h 2807807"/>
              <a:gd name="connsiteX10-43" fmla="*/ 667293 w 2939851"/>
              <a:gd name="connsiteY10-44" fmla="*/ 2807807 h 2807807"/>
              <a:gd name="connsiteX0-45" fmla="*/ 667293 w 2939851"/>
              <a:gd name="connsiteY0-46" fmla="*/ 2807807 h 2807807"/>
              <a:gd name="connsiteX1-47" fmla="*/ 2269339 w 2939851"/>
              <a:gd name="connsiteY1-48" fmla="*/ 2807807 h 2807807"/>
              <a:gd name="connsiteX2-49" fmla="*/ 2438440 w 2939851"/>
              <a:gd name="connsiteY2-50" fmla="*/ 2684942 h 2807807"/>
              <a:gd name="connsiteX3-51" fmla="*/ 2933499 w 2939851"/>
              <a:gd name="connsiteY3-52" fmla="*/ 1161305 h 2807807"/>
              <a:gd name="connsiteX4-53" fmla="*/ 2868902 w 2939851"/>
              <a:gd name="connsiteY4-54" fmla="*/ 962514 h 2807807"/>
              <a:gd name="connsiteX5-55" fmla="*/ 1572819 w 2939851"/>
              <a:gd name="connsiteY5-56" fmla="*/ 20854 h 2807807"/>
              <a:gd name="connsiteX6-57" fmla="*/ 1363796 w 2939851"/>
              <a:gd name="connsiteY6-58" fmla="*/ 20860 h 2807807"/>
              <a:gd name="connsiteX7-59" fmla="*/ 67714 w 2939851"/>
              <a:gd name="connsiteY7-60" fmla="*/ 962519 h 2807807"/>
              <a:gd name="connsiteX8-61" fmla="*/ 3127 w 2939851"/>
              <a:gd name="connsiteY8-62" fmla="*/ 1161314 h 2807807"/>
              <a:gd name="connsiteX9-63" fmla="*/ 498187 w 2939851"/>
              <a:gd name="connsiteY9-64" fmla="*/ 2684951 h 2807807"/>
              <a:gd name="connsiteX10-65" fmla="*/ 667293 w 2939851"/>
              <a:gd name="connsiteY10-66" fmla="*/ 2807807 h 2807807"/>
              <a:gd name="connsiteX0-67" fmla="*/ 667293 w 2934350"/>
              <a:gd name="connsiteY0-68" fmla="*/ 2807807 h 2807807"/>
              <a:gd name="connsiteX1-69" fmla="*/ 2269339 w 2934350"/>
              <a:gd name="connsiteY1-70" fmla="*/ 2807807 h 2807807"/>
              <a:gd name="connsiteX2-71" fmla="*/ 2438440 w 2934350"/>
              <a:gd name="connsiteY2-72" fmla="*/ 2684942 h 2807807"/>
              <a:gd name="connsiteX3-73" fmla="*/ 2933499 w 2934350"/>
              <a:gd name="connsiteY3-74" fmla="*/ 1161305 h 2807807"/>
              <a:gd name="connsiteX4-75" fmla="*/ 2868902 w 2934350"/>
              <a:gd name="connsiteY4-76" fmla="*/ 962514 h 2807807"/>
              <a:gd name="connsiteX5-77" fmla="*/ 1572819 w 2934350"/>
              <a:gd name="connsiteY5-78" fmla="*/ 20854 h 2807807"/>
              <a:gd name="connsiteX6-79" fmla="*/ 1363796 w 2934350"/>
              <a:gd name="connsiteY6-80" fmla="*/ 20860 h 2807807"/>
              <a:gd name="connsiteX7-81" fmla="*/ 67714 w 2934350"/>
              <a:gd name="connsiteY7-82" fmla="*/ 962519 h 2807807"/>
              <a:gd name="connsiteX8-83" fmla="*/ 3127 w 2934350"/>
              <a:gd name="connsiteY8-84" fmla="*/ 1161314 h 2807807"/>
              <a:gd name="connsiteX9-85" fmla="*/ 498187 w 2934350"/>
              <a:gd name="connsiteY9-86" fmla="*/ 2684951 h 2807807"/>
              <a:gd name="connsiteX10-87" fmla="*/ 667293 w 2934350"/>
              <a:gd name="connsiteY10-88" fmla="*/ 2807807 h 2807807"/>
              <a:gd name="connsiteX0-89" fmla="*/ 667293 w 2933499"/>
              <a:gd name="connsiteY0-90" fmla="*/ 2807807 h 2807807"/>
              <a:gd name="connsiteX1-91" fmla="*/ 2269339 w 2933499"/>
              <a:gd name="connsiteY1-92" fmla="*/ 2807807 h 2807807"/>
              <a:gd name="connsiteX2-93" fmla="*/ 2438440 w 2933499"/>
              <a:gd name="connsiteY2-94" fmla="*/ 2684942 h 2807807"/>
              <a:gd name="connsiteX3-95" fmla="*/ 2933499 w 2933499"/>
              <a:gd name="connsiteY3-96" fmla="*/ 1161305 h 2807807"/>
              <a:gd name="connsiteX4-97" fmla="*/ 2868902 w 2933499"/>
              <a:gd name="connsiteY4-98" fmla="*/ 962514 h 2807807"/>
              <a:gd name="connsiteX5-99" fmla="*/ 1572819 w 2933499"/>
              <a:gd name="connsiteY5-100" fmla="*/ 20854 h 2807807"/>
              <a:gd name="connsiteX6-101" fmla="*/ 1363796 w 2933499"/>
              <a:gd name="connsiteY6-102" fmla="*/ 20860 h 2807807"/>
              <a:gd name="connsiteX7-103" fmla="*/ 67714 w 2933499"/>
              <a:gd name="connsiteY7-104" fmla="*/ 962519 h 2807807"/>
              <a:gd name="connsiteX8-105" fmla="*/ 3127 w 2933499"/>
              <a:gd name="connsiteY8-106" fmla="*/ 1161314 h 2807807"/>
              <a:gd name="connsiteX9-107" fmla="*/ 498187 w 2933499"/>
              <a:gd name="connsiteY9-108" fmla="*/ 2684951 h 2807807"/>
              <a:gd name="connsiteX10-109" fmla="*/ 667293 w 2933499"/>
              <a:gd name="connsiteY10-110" fmla="*/ 2807807 h 2807807"/>
              <a:gd name="connsiteX0-111" fmla="*/ 667293 w 2937810"/>
              <a:gd name="connsiteY0-112" fmla="*/ 2807807 h 2807807"/>
              <a:gd name="connsiteX1-113" fmla="*/ 2269339 w 2937810"/>
              <a:gd name="connsiteY1-114" fmla="*/ 2807807 h 2807807"/>
              <a:gd name="connsiteX2-115" fmla="*/ 2438440 w 2937810"/>
              <a:gd name="connsiteY2-116" fmla="*/ 2684942 h 2807807"/>
              <a:gd name="connsiteX3-117" fmla="*/ 2933499 w 2937810"/>
              <a:gd name="connsiteY3-118" fmla="*/ 1161305 h 2807807"/>
              <a:gd name="connsiteX4-119" fmla="*/ 2868902 w 2937810"/>
              <a:gd name="connsiteY4-120" fmla="*/ 962514 h 2807807"/>
              <a:gd name="connsiteX5-121" fmla="*/ 1572819 w 2937810"/>
              <a:gd name="connsiteY5-122" fmla="*/ 20854 h 2807807"/>
              <a:gd name="connsiteX6-123" fmla="*/ 1363796 w 2937810"/>
              <a:gd name="connsiteY6-124" fmla="*/ 20860 h 2807807"/>
              <a:gd name="connsiteX7-125" fmla="*/ 67714 w 2937810"/>
              <a:gd name="connsiteY7-126" fmla="*/ 962519 h 2807807"/>
              <a:gd name="connsiteX8-127" fmla="*/ 3127 w 2937810"/>
              <a:gd name="connsiteY8-128" fmla="*/ 1161314 h 2807807"/>
              <a:gd name="connsiteX9-129" fmla="*/ 498187 w 2937810"/>
              <a:gd name="connsiteY9-130" fmla="*/ 2684951 h 2807807"/>
              <a:gd name="connsiteX10-131" fmla="*/ 667293 w 2937810"/>
              <a:gd name="connsiteY10-132" fmla="*/ 2807807 h 2807807"/>
              <a:gd name="connsiteX0-133" fmla="*/ 667293 w 2942903"/>
              <a:gd name="connsiteY0-134" fmla="*/ 2807807 h 2807807"/>
              <a:gd name="connsiteX1-135" fmla="*/ 2269339 w 2942903"/>
              <a:gd name="connsiteY1-136" fmla="*/ 2807807 h 2807807"/>
              <a:gd name="connsiteX2-137" fmla="*/ 2438440 w 2942903"/>
              <a:gd name="connsiteY2-138" fmla="*/ 2684942 h 2807807"/>
              <a:gd name="connsiteX3-139" fmla="*/ 2933499 w 2942903"/>
              <a:gd name="connsiteY3-140" fmla="*/ 1161305 h 2807807"/>
              <a:gd name="connsiteX4-141" fmla="*/ 2868902 w 2942903"/>
              <a:gd name="connsiteY4-142" fmla="*/ 962514 h 2807807"/>
              <a:gd name="connsiteX5-143" fmla="*/ 1572819 w 2942903"/>
              <a:gd name="connsiteY5-144" fmla="*/ 20854 h 2807807"/>
              <a:gd name="connsiteX6-145" fmla="*/ 1363796 w 2942903"/>
              <a:gd name="connsiteY6-146" fmla="*/ 20860 h 2807807"/>
              <a:gd name="connsiteX7-147" fmla="*/ 67714 w 2942903"/>
              <a:gd name="connsiteY7-148" fmla="*/ 962519 h 2807807"/>
              <a:gd name="connsiteX8-149" fmla="*/ 3127 w 2942903"/>
              <a:gd name="connsiteY8-150" fmla="*/ 1161314 h 2807807"/>
              <a:gd name="connsiteX9-151" fmla="*/ 498187 w 2942903"/>
              <a:gd name="connsiteY9-152" fmla="*/ 2684951 h 2807807"/>
              <a:gd name="connsiteX10-153" fmla="*/ 667293 w 2942903"/>
              <a:gd name="connsiteY10-154" fmla="*/ 2807807 h 2807807"/>
              <a:gd name="connsiteX0-155" fmla="*/ 667293 w 2942903"/>
              <a:gd name="connsiteY0-156" fmla="*/ 2807807 h 2807807"/>
              <a:gd name="connsiteX1-157" fmla="*/ 2269339 w 2942903"/>
              <a:gd name="connsiteY1-158" fmla="*/ 2807807 h 2807807"/>
              <a:gd name="connsiteX2-159" fmla="*/ 2438440 w 2942903"/>
              <a:gd name="connsiteY2-160" fmla="*/ 2684942 h 2807807"/>
              <a:gd name="connsiteX3-161" fmla="*/ 2933499 w 2942903"/>
              <a:gd name="connsiteY3-162" fmla="*/ 1161305 h 2807807"/>
              <a:gd name="connsiteX4-163" fmla="*/ 2868902 w 2942903"/>
              <a:gd name="connsiteY4-164" fmla="*/ 962514 h 2807807"/>
              <a:gd name="connsiteX5-165" fmla="*/ 1572819 w 2942903"/>
              <a:gd name="connsiteY5-166" fmla="*/ 20854 h 2807807"/>
              <a:gd name="connsiteX6-167" fmla="*/ 1363796 w 2942903"/>
              <a:gd name="connsiteY6-168" fmla="*/ 20860 h 2807807"/>
              <a:gd name="connsiteX7-169" fmla="*/ 67714 w 2942903"/>
              <a:gd name="connsiteY7-170" fmla="*/ 962519 h 2807807"/>
              <a:gd name="connsiteX8-171" fmla="*/ 3127 w 2942903"/>
              <a:gd name="connsiteY8-172" fmla="*/ 1161314 h 2807807"/>
              <a:gd name="connsiteX9-173" fmla="*/ 498187 w 2942903"/>
              <a:gd name="connsiteY9-174" fmla="*/ 2684951 h 2807807"/>
              <a:gd name="connsiteX10-175" fmla="*/ 667293 w 2942903"/>
              <a:gd name="connsiteY10-176" fmla="*/ 2807807 h 2807807"/>
              <a:gd name="connsiteX0-177" fmla="*/ 667293 w 2942903"/>
              <a:gd name="connsiteY0-178" fmla="*/ 2807807 h 2807807"/>
              <a:gd name="connsiteX1-179" fmla="*/ 2269339 w 2942903"/>
              <a:gd name="connsiteY1-180" fmla="*/ 2807807 h 2807807"/>
              <a:gd name="connsiteX2-181" fmla="*/ 2438440 w 2942903"/>
              <a:gd name="connsiteY2-182" fmla="*/ 2684942 h 2807807"/>
              <a:gd name="connsiteX3-183" fmla="*/ 2933499 w 2942903"/>
              <a:gd name="connsiteY3-184" fmla="*/ 1161305 h 2807807"/>
              <a:gd name="connsiteX4-185" fmla="*/ 2868902 w 2942903"/>
              <a:gd name="connsiteY4-186" fmla="*/ 962514 h 2807807"/>
              <a:gd name="connsiteX5-187" fmla="*/ 1572819 w 2942903"/>
              <a:gd name="connsiteY5-188" fmla="*/ 20854 h 2807807"/>
              <a:gd name="connsiteX6-189" fmla="*/ 1363796 w 2942903"/>
              <a:gd name="connsiteY6-190" fmla="*/ 20860 h 2807807"/>
              <a:gd name="connsiteX7-191" fmla="*/ 67714 w 2942903"/>
              <a:gd name="connsiteY7-192" fmla="*/ 962519 h 2807807"/>
              <a:gd name="connsiteX8-193" fmla="*/ 3127 w 2942903"/>
              <a:gd name="connsiteY8-194" fmla="*/ 1161314 h 2807807"/>
              <a:gd name="connsiteX9-195" fmla="*/ 498187 w 2942903"/>
              <a:gd name="connsiteY9-196" fmla="*/ 2684951 h 2807807"/>
              <a:gd name="connsiteX10-197" fmla="*/ 667293 w 2942903"/>
              <a:gd name="connsiteY10-198" fmla="*/ 2807807 h 2807807"/>
              <a:gd name="connsiteX0-199" fmla="*/ 667293 w 2942903"/>
              <a:gd name="connsiteY0-200" fmla="*/ 2807808 h 2807808"/>
              <a:gd name="connsiteX1-201" fmla="*/ 2269339 w 2942903"/>
              <a:gd name="connsiteY1-202" fmla="*/ 2807808 h 2807808"/>
              <a:gd name="connsiteX2-203" fmla="*/ 2438440 w 2942903"/>
              <a:gd name="connsiteY2-204" fmla="*/ 2684943 h 2807808"/>
              <a:gd name="connsiteX3-205" fmla="*/ 2933499 w 2942903"/>
              <a:gd name="connsiteY3-206" fmla="*/ 1161306 h 2807808"/>
              <a:gd name="connsiteX4-207" fmla="*/ 2868902 w 2942903"/>
              <a:gd name="connsiteY4-208" fmla="*/ 962515 h 2807808"/>
              <a:gd name="connsiteX5-209" fmla="*/ 1572819 w 2942903"/>
              <a:gd name="connsiteY5-210" fmla="*/ 20855 h 2807808"/>
              <a:gd name="connsiteX6-211" fmla="*/ 1363796 w 2942903"/>
              <a:gd name="connsiteY6-212" fmla="*/ 20861 h 2807808"/>
              <a:gd name="connsiteX7-213" fmla="*/ 67714 w 2942903"/>
              <a:gd name="connsiteY7-214" fmla="*/ 962520 h 2807808"/>
              <a:gd name="connsiteX8-215" fmla="*/ 3127 w 2942903"/>
              <a:gd name="connsiteY8-216" fmla="*/ 1161315 h 2807808"/>
              <a:gd name="connsiteX9-217" fmla="*/ 498187 w 2942903"/>
              <a:gd name="connsiteY9-218" fmla="*/ 2684952 h 2807808"/>
              <a:gd name="connsiteX10-219" fmla="*/ 667293 w 2942903"/>
              <a:gd name="connsiteY10-220" fmla="*/ 2807808 h 2807808"/>
              <a:gd name="connsiteX0-221" fmla="*/ 667293 w 2942903"/>
              <a:gd name="connsiteY0-222" fmla="*/ 2822146 h 2822146"/>
              <a:gd name="connsiteX1-223" fmla="*/ 2269339 w 2942903"/>
              <a:gd name="connsiteY1-224" fmla="*/ 2822146 h 2822146"/>
              <a:gd name="connsiteX2-225" fmla="*/ 2438440 w 2942903"/>
              <a:gd name="connsiteY2-226" fmla="*/ 2699281 h 2822146"/>
              <a:gd name="connsiteX3-227" fmla="*/ 2933499 w 2942903"/>
              <a:gd name="connsiteY3-228" fmla="*/ 1175644 h 2822146"/>
              <a:gd name="connsiteX4-229" fmla="*/ 2868902 w 2942903"/>
              <a:gd name="connsiteY4-230" fmla="*/ 976853 h 2822146"/>
              <a:gd name="connsiteX5-231" fmla="*/ 1572819 w 2942903"/>
              <a:gd name="connsiteY5-232" fmla="*/ 35193 h 2822146"/>
              <a:gd name="connsiteX6-233" fmla="*/ 1363796 w 2942903"/>
              <a:gd name="connsiteY6-234" fmla="*/ 35199 h 2822146"/>
              <a:gd name="connsiteX7-235" fmla="*/ 67714 w 2942903"/>
              <a:gd name="connsiteY7-236" fmla="*/ 976858 h 2822146"/>
              <a:gd name="connsiteX8-237" fmla="*/ 3127 w 2942903"/>
              <a:gd name="connsiteY8-238" fmla="*/ 1175653 h 2822146"/>
              <a:gd name="connsiteX9-239" fmla="*/ 498187 w 2942903"/>
              <a:gd name="connsiteY9-240" fmla="*/ 2699290 h 2822146"/>
              <a:gd name="connsiteX10-241" fmla="*/ 667293 w 2942903"/>
              <a:gd name="connsiteY10-242" fmla="*/ 2822146 h 2822146"/>
              <a:gd name="connsiteX0-243" fmla="*/ 667293 w 2942903"/>
              <a:gd name="connsiteY0-244" fmla="*/ 2822146 h 2822146"/>
              <a:gd name="connsiteX1-245" fmla="*/ 2269339 w 2942903"/>
              <a:gd name="connsiteY1-246" fmla="*/ 2822146 h 2822146"/>
              <a:gd name="connsiteX2-247" fmla="*/ 2438440 w 2942903"/>
              <a:gd name="connsiteY2-248" fmla="*/ 2699281 h 2822146"/>
              <a:gd name="connsiteX3-249" fmla="*/ 2933499 w 2942903"/>
              <a:gd name="connsiteY3-250" fmla="*/ 1175644 h 2822146"/>
              <a:gd name="connsiteX4-251" fmla="*/ 2868902 w 2942903"/>
              <a:gd name="connsiteY4-252" fmla="*/ 976853 h 2822146"/>
              <a:gd name="connsiteX5-253" fmla="*/ 1572819 w 2942903"/>
              <a:gd name="connsiteY5-254" fmla="*/ 35193 h 2822146"/>
              <a:gd name="connsiteX6-255" fmla="*/ 1363796 w 2942903"/>
              <a:gd name="connsiteY6-256" fmla="*/ 35199 h 2822146"/>
              <a:gd name="connsiteX7-257" fmla="*/ 67714 w 2942903"/>
              <a:gd name="connsiteY7-258" fmla="*/ 976858 h 2822146"/>
              <a:gd name="connsiteX8-259" fmla="*/ 3127 w 2942903"/>
              <a:gd name="connsiteY8-260" fmla="*/ 1175653 h 2822146"/>
              <a:gd name="connsiteX9-261" fmla="*/ 498187 w 2942903"/>
              <a:gd name="connsiteY9-262" fmla="*/ 2699290 h 2822146"/>
              <a:gd name="connsiteX10-263" fmla="*/ 667293 w 2942903"/>
              <a:gd name="connsiteY10-264" fmla="*/ 2822146 h 2822146"/>
              <a:gd name="connsiteX0-265" fmla="*/ 667293 w 2942903"/>
              <a:gd name="connsiteY0-266" fmla="*/ 2822146 h 2822146"/>
              <a:gd name="connsiteX1-267" fmla="*/ 2269339 w 2942903"/>
              <a:gd name="connsiteY1-268" fmla="*/ 2822146 h 2822146"/>
              <a:gd name="connsiteX2-269" fmla="*/ 2438440 w 2942903"/>
              <a:gd name="connsiteY2-270" fmla="*/ 2699281 h 2822146"/>
              <a:gd name="connsiteX3-271" fmla="*/ 2933499 w 2942903"/>
              <a:gd name="connsiteY3-272" fmla="*/ 1175644 h 2822146"/>
              <a:gd name="connsiteX4-273" fmla="*/ 2868902 w 2942903"/>
              <a:gd name="connsiteY4-274" fmla="*/ 976853 h 2822146"/>
              <a:gd name="connsiteX5-275" fmla="*/ 1572819 w 2942903"/>
              <a:gd name="connsiteY5-276" fmla="*/ 35193 h 2822146"/>
              <a:gd name="connsiteX6-277" fmla="*/ 1363796 w 2942903"/>
              <a:gd name="connsiteY6-278" fmla="*/ 35199 h 2822146"/>
              <a:gd name="connsiteX7-279" fmla="*/ 67714 w 2942903"/>
              <a:gd name="connsiteY7-280" fmla="*/ 976858 h 2822146"/>
              <a:gd name="connsiteX8-281" fmla="*/ 3127 w 2942903"/>
              <a:gd name="connsiteY8-282" fmla="*/ 1175653 h 2822146"/>
              <a:gd name="connsiteX9-283" fmla="*/ 498187 w 2942903"/>
              <a:gd name="connsiteY9-284" fmla="*/ 2699290 h 2822146"/>
              <a:gd name="connsiteX10-285" fmla="*/ 667293 w 2942903"/>
              <a:gd name="connsiteY10-286" fmla="*/ 2822146 h 2822146"/>
              <a:gd name="connsiteX0-287" fmla="*/ 664167 w 2939777"/>
              <a:gd name="connsiteY0-288" fmla="*/ 2822146 h 2822146"/>
              <a:gd name="connsiteX1-289" fmla="*/ 2266213 w 2939777"/>
              <a:gd name="connsiteY1-290" fmla="*/ 2822146 h 2822146"/>
              <a:gd name="connsiteX2-291" fmla="*/ 2435314 w 2939777"/>
              <a:gd name="connsiteY2-292" fmla="*/ 2699281 h 2822146"/>
              <a:gd name="connsiteX3-293" fmla="*/ 2930373 w 2939777"/>
              <a:gd name="connsiteY3-294" fmla="*/ 1175644 h 2822146"/>
              <a:gd name="connsiteX4-295" fmla="*/ 2865776 w 2939777"/>
              <a:gd name="connsiteY4-296" fmla="*/ 976853 h 2822146"/>
              <a:gd name="connsiteX5-297" fmla="*/ 1569693 w 2939777"/>
              <a:gd name="connsiteY5-298" fmla="*/ 35193 h 2822146"/>
              <a:gd name="connsiteX6-299" fmla="*/ 1360670 w 2939777"/>
              <a:gd name="connsiteY6-300" fmla="*/ 35199 h 2822146"/>
              <a:gd name="connsiteX7-301" fmla="*/ 64588 w 2939777"/>
              <a:gd name="connsiteY7-302" fmla="*/ 976858 h 2822146"/>
              <a:gd name="connsiteX8-303" fmla="*/ 1 w 2939777"/>
              <a:gd name="connsiteY8-304" fmla="*/ 1175653 h 2822146"/>
              <a:gd name="connsiteX9-305" fmla="*/ 495061 w 2939777"/>
              <a:gd name="connsiteY9-306" fmla="*/ 2699290 h 2822146"/>
              <a:gd name="connsiteX10-307" fmla="*/ 664167 w 2939777"/>
              <a:gd name="connsiteY10-308" fmla="*/ 2822146 h 2822146"/>
              <a:gd name="connsiteX0-309" fmla="*/ 673571 w 2949181"/>
              <a:gd name="connsiteY0-310" fmla="*/ 2822146 h 2822146"/>
              <a:gd name="connsiteX1-311" fmla="*/ 2275617 w 2949181"/>
              <a:gd name="connsiteY1-312" fmla="*/ 2822146 h 2822146"/>
              <a:gd name="connsiteX2-313" fmla="*/ 2444718 w 2949181"/>
              <a:gd name="connsiteY2-314" fmla="*/ 2699281 h 2822146"/>
              <a:gd name="connsiteX3-315" fmla="*/ 2939777 w 2949181"/>
              <a:gd name="connsiteY3-316" fmla="*/ 1175644 h 2822146"/>
              <a:gd name="connsiteX4-317" fmla="*/ 2875180 w 2949181"/>
              <a:gd name="connsiteY4-318" fmla="*/ 976853 h 2822146"/>
              <a:gd name="connsiteX5-319" fmla="*/ 1579097 w 2949181"/>
              <a:gd name="connsiteY5-320" fmla="*/ 35193 h 2822146"/>
              <a:gd name="connsiteX6-321" fmla="*/ 1370074 w 2949181"/>
              <a:gd name="connsiteY6-322" fmla="*/ 35199 h 2822146"/>
              <a:gd name="connsiteX7-323" fmla="*/ 73992 w 2949181"/>
              <a:gd name="connsiteY7-324" fmla="*/ 976858 h 2822146"/>
              <a:gd name="connsiteX8-325" fmla="*/ 9405 w 2949181"/>
              <a:gd name="connsiteY8-326" fmla="*/ 1175653 h 2822146"/>
              <a:gd name="connsiteX9-327" fmla="*/ 504465 w 2949181"/>
              <a:gd name="connsiteY9-328" fmla="*/ 2699290 h 2822146"/>
              <a:gd name="connsiteX10-329" fmla="*/ 673571 w 2949181"/>
              <a:gd name="connsiteY10-330" fmla="*/ 2822146 h 2822146"/>
              <a:gd name="connsiteX0-331" fmla="*/ 673571 w 2949181"/>
              <a:gd name="connsiteY0-332" fmla="*/ 2822146 h 2822146"/>
              <a:gd name="connsiteX1-333" fmla="*/ 2275617 w 2949181"/>
              <a:gd name="connsiteY1-334" fmla="*/ 2822146 h 2822146"/>
              <a:gd name="connsiteX2-335" fmla="*/ 2444718 w 2949181"/>
              <a:gd name="connsiteY2-336" fmla="*/ 2699281 h 2822146"/>
              <a:gd name="connsiteX3-337" fmla="*/ 2939777 w 2949181"/>
              <a:gd name="connsiteY3-338" fmla="*/ 1175644 h 2822146"/>
              <a:gd name="connsiteX4-339" fmla="*/ 2875180 w 2949181"/>
              <a:gd name="connsiteY4-340" fmla="*/ 976853 h 2822146"/>
              <a:gd name="connsiteX5-341" fmla="*/ 1579097 w 2949181"/>
              <a:gd name="connsiteY5-342" fmla="*/ 35193 h 2822146"/>
              <a:gd name="connsiteX6-343" fmla="*/ 1370074 w 2949181"/>
              <a:gd name="connsiteY6-344" fmla="*/ 35199 h 2822146"/>
              <a:gd name="connsiteX7-345" fmla="*/ 73992 w 2949181"/>
              <a:gd name="connsiteY7-346" fmla="*/ 976858 h 2822146"/>
              <a:gd name="connsiteX8-347" fmla="*/ 9405 w 2949181"/>
              <a:gd name="connsiteY8-348" fmla="*/ 1175653 h 2822146"/>
              <a:gd name="connsiteX9-349" fmla="*/ 504465 w 2949181"/>
              <a:gd name="connsiteY9-350" fmla="*/ 2699290 h 2822146"/>
              <a:gd name="connsiteX10-351" fmla="*/ 673571 w 2949181"/>
              <a:gd name="connsiteY10-352" fmla="*/ 2822146 h 2822146"/>
              <a:gd name="connsiteX0-353" fmla="*/ 673571 w 2949181"/>
              <a:gd name="connsiteY0-354" fmla="*/ 2822146 h 2822146"/>
              <a:gd name="connsiteX1-355" fmla="*/ 2275617 w 2949181"/>
              <a:gd name="connsiteY1-356" fmla="*/ 2822146 h 2822146"/>
              <a:gd name="connsiteX2-357" fmla="*/ 2444718 w 2949181"/>
              <a:gd name="connsiteY2-358" fmla="*/ 2699281 h 2822146"/>
              <a:gd name="connsiteX3-359" fmla="*/ 2939777 w 2949181"/>
              <a:gd name="connsiteY3-360" fmla="*/ 1175644 h 2822146"/>
              <a:gd name="connsiteX4-361" fmla="*/ 2875180 w 2949181"/>
              <a:gd name="connsiteY4-362" fmla="*/ 976853 h 2822146"/>
              <a:gd name="connsiteX5-363" fmla="*/ 1579097 w 2949181"/>
              <a:gd name="connsiteY5-364" fmla="*/ 35193 h 2822146"/>
              <a:gd name="connsiteX6-365" fmla="*/ 1370074 w 2949181"/>
              <a:gd name="connsiteY6-366" fmla="*/ 35199 h 2822146"/>
              <a:gd name="connsiteX7-367" fmla="*/ 73992 w 2949181"/>
              <a:gd name="connsiteY7-368" fmla="*/ 976858 h 2822146"/>
              <a:gd name="connsiteX8-369" fmla="*/ 9405 w 2949181"/>
              <a:gd name="connsiteY8-370" fmla="*/ 1175653 h 2822146"/>
              <a:gd name="connsiteX9-371" fmla="*/ 504465 w 2949181"/>
              <a:gd name="connsiteY9-372" fmla="*/ 2699290 h 2822146"/>
              <a:gd name="connsiteX10-373" fmla="*/ 673571 w 2949181"/>
              <a:gd name="connsiteY10-374" fmla="*/ 2822146 h 2822146"/>
              <a:gd name="connsiteX0-375" fmla="*/ 673571 w 2949181"/>
              <a:gd name="connsiteY0-376" fmla="*/ 2822146 h 2822146"/>
              <a:gd name="connsiteX1-377" fmla="*/ 2275617 w 2949181"/>
              <a:gd name="connsiteY1-378" fmla="*/ 2822146 h 2822146"/>
              <a:gd name="connsiteX2-379" fmla="*/ 2444718 w 2949181"/>
              <a:gd name="connsiteY2-380" fmla="*/ 2699281 h 2822146"/>
              <a:gd name="connsiteX3-381" fmla="*/ 2939777 w 2949181"/>
              <a:gd name="connsiteY3-382" fmla="*/ 1175644 h 2822146"/>
              <a:gd name="connsiteX4-383" fmla="*/ 2875180 w 2949181"/>
              <a:gd name="connsiteY4-384" fmla="*/ 976853 h 2822146"/>
              <a:gd name="connsiteX5-385" fmla="*/ 1579097 w 2949181"/>
              <a:gd name="connsiteY5-386" fmla="*/ 35193 h 2822146"/>
              <a:gd name="connsiteX6-387" fmla="*/ 1370074 w 2949181"/>
              <a:gd name="connsiteY6-388" fmla="*/ 35199 h 2822146"/>
              <a:gd name="connsiteX7-389" fmla="*/ 73992 w 2949181"/>
              <a:gd name="connsiteY7-390" fmla="*/ 976858 h 2822146"/>
              <a:gd name="connsiteX8-391" fmla="*/ 9405 w 2949181"/>
              <a:gd name="connsiteY8-392" fmla="*/ 1175653 h 2822146"/>
              <a:gd name="connsiteX9-393" fmla="*/ 504465 w 2949181"/>
              <a:gd name="connsiteY9-394" fmla="*/ 2699290 h 2822146"/>
              <a:gd name="connsiteX10-395" fmla="*/ 673571 w 2949181"/>
              <a:gd name="connsiteY10-396" fmla="*/ 2822146 h 28221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949181" h="2822146">
                <a:moveTo>
                  <a:pt x="673571" y="2822146"/>
                </a:moveTo>
                <a:cubicBezTo>
                  <a:pt x="673571" y="2822146"/>
                  <a:pt x="2275617" y="2822147"/>
                  <a:pt x="2275617" y="2822146"/>
                </a:cubicBezTo>
                <a:cubicBezTo>
                  <a:pt x="2355460" y="2822147"/>
                  <a:pt x="2420045" y="2775216"/>
                  <a:pt x="2444718" y="2699281"/>
                </a:cubicBezTo>
                <a:cubicBezTo>
                  <a:pt x="2444718" y="2699282"/>
                  <a:pt x="2939777" y="1175645"/>
                  <a:pt x="2939777" y="1175644"/>
                </a:cubicBezTo>
                <a:cubicBezTo>
                  <a:pt x="2964451" y="1099711"/>
                  <a:pt x="2939773" y="1023784"/>
                  <a:pt x="2875180" y="976853"/>
                </a:cubicBezTo>
                <a:cubicBezTo>
                  <a:pt x="2875180" y="976854"/>
                  <a:pt x="1579097" y="35194"/>
                  <a:pt x="1579097" y="35193"/>
                </a:cubicBezTo>
                <a:cubicBezTo>
                  <a:pt x="1514504" y="-11736"/>
                  <a:pt x="1434668" y="-11730"/>
                  <a:pt x="1370074" y="35199"/>
                </a:cubicBezTo>
                <a:cubicBezTo>
                  <a:pt x="1370074" y="35200"/>
                  <a:pt x="73992" y="976859"/>
                  <a:pt x="73992" y="976858"/>
                </a:cubicBezTo>
                <a:cubicBezTo>
                  <a:pt x="9398" y="1023789"/>
                  <a:pt x="-15267" y="1099720"/>
                  <a:pt x="9405" y="1175653"/>
                </a:cubicBezTo>
                <a:cubicBezTo>
                  <a:pt x="9405" y="1175654"/>
                  <a:pt x="504465" y="2699291"/>
                  <a:pt x="504465" y="2699290"/>
                </a:cubicBezTo>
                <a:cubicBezTo>
                  <a:pt x="529137" y="2775225"/>
                  <a:pt x="593729" y="2822146"/>
                  <a:pt x="673571" y="2822146"/>
                </a:cubicBezTo>
                <a:close/>
              </a:path>
            </a:pathLst>
          </a:custGeom>
          <a:solidFill>
            <a:schemeClr val="lt1">
              <a:lumMod val="10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矩形 59"/>
          <p:cNvSpPr/>
          <p:nvPr>
            <p:custDataLst>
              <p:tags r:id="rId8"/>
            </p:custDataLst>
          </p:nvPr>
        </p:nvSpPr>
        <p:spPr>
          <a:xfrm>
            <a:off x="4924079" y="3673936"/>
            <a:ext cx="2333266" cy="896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fontScale="70000"/>
          </a:bodyPr>
          <a:p>
            <a:pPr algn="ctr">
              <a:lnSpc>
                <a:spcPct val="120000"/>
              </a:lnSpc>
            </a:pPr>
            <a:r>
              <a:rPr lang="zh-CN" sz="2200" b="1" kern="0" dirty="0">
                <a:solidFill>
                  <a:schemeClr val="accent1"/>
                </a:solidFill>
                <a:latin typeface="+mj-lt"/>
              </a:rPr>
              <a:t>✓</a:t>
            </a:r>
            <a:r>
              <a:rPr lang="en-US" altLang="zh-CN" sz="2200" b="1" kern="0" dirty="0">
                <a:solidFill>
                  <a:schemeClr val="accent1"/>
                </a:solidFill>
                <a:latin typeface="+mj-lt"/>
              </a:rPr>
              <a:t> Agricultural Planners - Develop seasonal strategies</a:t>
            </a:r>
            <a:endParaRPr lang="en-US" altLang="zh-CN" sz="2200" b="1" kern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6" name="任意多边形: 形状 47"/>
          <p:cNvSpPr/>
          <p:nvPr>
            <p:custDataLst>
              <p:tags r:id="rId9"/>
            </p:custDataLst>
          </p:nvPr>
        </p:nvSpPr>
        <p:spPr>
          <a:xfrm>
            <a:off x="5911357" y="2229447"/>
            <a:ext cx="358020" cy="376411"/>
          </a:xfrm>
          <a:custGeom>
            <a:avLst/>
            <a:gdLst>
              <a:gd name="connsiteX0" fmla="*/ 37707 w 361988"/>
              <a:gd name="connsiteY0" fmla="*/ 350417 h 380583"/>
              <a:gd name="connsiteX1" fmla="*/ 324281 w 361988"/>
              <a:gd name="connsiteY1" fmla="*/ 350417 h 380583"/>
              <a:gd name="connsiteX2" fmla="*/ 339363 w 361988"/>
              <a:gd name="connsiteY2" fmla="*/ 365500 h 380583"/>
              <a:gd name="connsiteX3" fmla="*/ 324281 w 361988"/>
              <a:gd name="connsiteY3" fmla="*/ 380583 h 380583"/>
              <a:gd name="connsiteX4" fmla="*/ 37707 w 361988"/>
              <a:gd name="connsiteY4" fmla="*/ 380583 h 380583"/>
              <a:gd name="connsiteX5" fmla="*/ 22624 w 361988"/>
              <a:gd name="connsiteY5" fmla="*/ 365500 h 380583"/>
              <a:gd name="connsiteX6" fmla="*/ 37707 w 361988"/>
              <a:gd name="connsiteY6" fmla="*/ 350417 h 380583"/>
              <a:gd name="connsiteX7" fmla="*/ 30166 w 361988"/>
              <a:gd name="connsiteY7" fmla="*/ 233784 h 380583"/>
              <a:gd name="connsiteX8" fmla="*/ 30166 w 361988"/>
              <a:gd name="connsiteY8" fmla="*/ 297886 h 380583"/>
              <a:gd name="connsiteX9" fmla="*/ 331822 w 361988"/>
              <a:gd name="connsiteY9" fmla="*/ 297886 h 380583"/>
              <a:gd name="connsiteX10" fmla="*/ 331822 w 361988"/>
              <a:gd name="connsiteY10" fmla="*/ 233784 h 380583"/>
              <a:gd name="connsiteX11" fmla="*/ 180994 w 361988"/>
              <a:gd name="connsiteY11" fmla="*/ 30166 h 380583"/>
              <a:gd name="connsiteX12" fmla="*/ 116892 w 361988"/>
              <a:gd name="connsiteY12" fmla="*/ 94268 h 380583"/>
              <a:gd name="connsiteX13" fmla="*/ 137362 w 361988"/>
              <a:gd name="connsiteY13" fmla="*/ 141303 h 380583"/>
              <a:gd name="connsiteX14" fmla="*/ 160759 w 361988"/>
              <a:gd name="connsiteY14" fmla="*/ 187900 h 380583"/>
              <a:gd name="connsiteX15" fmla="*/ 158549 w 361988"/>
              <a:gd name="connsiteY15" fmla="*/ 203619 h 380583"/>
              <a:gd name="connsiteX16" fmla="*/ 203439 w 361988"/>
              <a:gd name="connsiteY16" fmla="*/ 203619 h 380583"/>
              <a:gd name="connsiteX17" fmla="*/ 201228 w 361988"/>
              <a:gd name="connsiteY17" fmla="*/ 187900 h 380583"/>
              <a:gd name="connsiteX18" fmla="*/ 224626 w 361988"/>
              <a:gd name="connsiteY18" fmla="*/ 141303 h 380583"/>
              <a:gd name="connsiteX19" fmla="*/ 245096 w 361988"/>
              <a:gd name="connsiteY19" fmla="*/ 94268 h 380583"/>
              <a:gd name="connsiteX20" fmla="*/ 180994 w 361988"/>
              <a:gd name="connsiteY20" fmla="*/ 30166 h 380583"/>
              <a:gd name="connsiteX21" fmla="*/ 180994 w 361988"/>
              <a:gd name="connsiteY21" fmla="*/ 0 h 380583"/>
              <a:gd name="connsiteX22" fmla="*/ 275262 w 361988"/>
              <a:gd name="connsiteY22" fmla="*/ 94268 h 380583"/>
              <a:gd name="connsiteX23" fmla="*/ 267287 w 361988"/>
              <a:gd name="connsiteY23" fmla="*/ 133658 h 380583"/>
              <a:gd name="connsiteX24" fmla="*/ 242942 w 361988"/>
              <a:gd name="connsiteY24" fmla="*/ 165275 h 380583"/>
              <a:gd name="connsiteX25" fmla="*/ 231395 w 361988"/>
              <a:gd name="connsiteY25" fmla="*/ 187767 h 380583"/>
              <a:gd name="connsiteX26" fmla="*/ 236216 w 361988"/>
              <a:gd name="connsiteY26" fmla="*/ 203619 h 380583"/>
              <a:gd name="connsiteX27" fmla="*/ 346905 w 361988"/>
              <a:gd name="connsiteY27" fmla="*/ 203619 h 380583"/>
              <a:gd name="connsiteX28" fmla="*/ 361988 w 361988"/>
              <a:gd name="connsiteY28" fmla="*/ 218701 h 380583"/>
              <a:gd name="connsiteX29" fmla="*/ 361988 w 361988"/>
              <a:gd name="connsiteY29" fmla="*/ 312968 h 380583"/>
              <a:gd name="connsiteX30" fmla="*/ 346905 w 361988"/>
              <a:gd name="connsiteY30" fmla="*/ 328052 h 380583"/>
              <a:gd name="connsiteX31" fmla="*/ 15083 w 361988"/>
              <a:gd name="connsiteY31" fmla="*/ 328052 h 380583"/>
              <a:gd name="connsiteX32" fmla="*/ 0 w 361988"/>
              <a:gd name="connsiteY32" fmla="*/ 312968 h 380583"/>
              <a:gd name="connsiteX33" fmla="*/ 0 w 361988"/>
              <a:gd name="connsiteY33" fmla="*/ 218701 h 380583"/>
              <a:gd name="connsiteX34" fmla="*/ 15083 w 361988"/>
              <a:gd name="connsiteY34" fmla="*/ 203619 h 380583"/>
              <a:gd name="connsiteX35" fmla="*/ 125772 w 361988"/>
              <a:gd name="connsiteY35" fmla="*/ 203619 h 380583"/>
              <a:gd name="connsiteX36" fmla="*/ 130594 w 361988"/>
              <a:gd name="connsiteY36" fmla="*/ 187767 h 380583"/>
              <a:gd name="connsiteX37" fmla="*/ 119046 w 361988"/>
              <a:gd name="connsiteY37" fmla="*/ 165275 h 380583"/>
              <a:gd name="connsiteX38" fmla="*/ 94702 w 361988"/>
              <a:gd name="connsiteY38" fmla="*/ 133658 h 380583"/>
              <a:gd name="connsiteX39" fmla="*/ 86727 w 361988"/>
              <a:gd name="connsiteY39" fmla="*/ 94268 h 380583"/>
              <a:gd name="connsiteX40" fmla="*/ 180994 w 361988"/>
              <a:gd name="connsiteY40" fmla="*/ 0 h 38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61988" h="380583">
                <a:moveTo>
                  <a:pt x="37707" y="350417"/>
                </a:moveTo>
                <a:lnTo>
                  <a:pt x="324281" y="350417"/>
                </a:lnTo>
                <a:cubicBezTo>
                  <a:pt x="332611" y="350417"/>
                  <a:pt x="339363" y="357170"/>
                  <a:pt x="339363" y="365500"/>
                </a:cubicBezTo>
                <a:cubicBezTo>
                  <a:pt x="339363" y="373830"/>
                  <a:pt x="332611" y="380583"/>
                  <a:pt x="324281" y="380583"/>
                </a:cubicBezTo>
                <a:lnTo>
                  <a:pt x="37707" y="380583"/>
                </a:lnTo>
                <a:cubicBezTo>
                  <a:pt x="29377" y="380583"/>
                  <a:pt x="22624" y="373830"/>
                  <a:pt x="22624" y="365500"/>
                </a:cubicBezTo>
                <a:cubicBezTo>
                  <a:pt x="22624" y="357170"/>
                  <a:pt x="29377" y="350417"/>
                  <a:pt x="37707" y="350417"/>
                </a:cubicBezTo>
                <a:close/>
                <a:moveTo>
                  <a:pt x="30166" y="233784"/>
                </a:moveTo>
                <a:lnTo>
                  <a:pt x="30166" y="297886"/>
                </a:lnTo>
                <a:lnTo>
                  <a:pt x="331822" y="297886"/>
                </a:lnTo>
                <a:lnTo>
                  <a:pt x="331822" y="233784"/>
                </a:lnTo>
                <a:close/>
                <a:moveTo>
                  <a:pt x="180994" y="30166"/>
                </a:moveTo>
                <a:cubicBezTo>
                  <a:pt x="145644" y="30166"/>
                  <a:pt x="116892" y="58917"/>
                  <a:pt x="116892" y="94268"/>
                </a:cubicBezTo>
                <a:cubicBezTo>
                  <a:pt x="116892" y="113932"/>
                  <a:pt x="124542" y="131504"/>
                  <a:pt x="137362" y="141303"/>
                </a:cubicBezTo>
                <a:cubicBezTo>
                  <a:pt x="152530" y="152893"/>
                  <a:pt x="160840" y="169442"/>
                  <a:pt x="160759" y="187900"/>
                </a:cubicBezTo>
                <a:cubicBezTo>
                  <a:pt x="160728" y="193214"/>
                  <a:pt x="159985" y="198500"/>
                  <a:pt x="158549" y="203619"/>
                </a:cubicBezTo>
                <a:lnTo>
                  <a:pt x="203439" y="203619"/>
                </a:lnTo>
                <a:cubicBezTo>
                  <a:pt x="202004" y="198500"/>
                  <a:pt x="201261" y="193214"/>
                  <a:pt x="201228" y="187900"/>
                </a:cubicBezTo>
                <a:cubicBezTo>
                  <a:pt x="201149" y="169442"/>
                  <a:pt x="209458" y="152893"/>
                  <a:pt x="224626" y="141303"/>
                </a:cubicBezTo>
                <a:cubicBezTo>
                  <a:pt x="237446" y="131504"/>
                  <a:pt x="245096" y="113932"/>
                  <a:pt x="245096" y="94268"/>
                </a:cubicBezTo>
                <a:cubicBezTo>
                  <a:pt x="245096" y="58917"/>
                  <a:pt x="216345" y="30166"/>
                  <a:pt x="180994" y="30166"/>
                </a:cubicBezTo>
                <a:close/>
                <a:moveTo>
                  <a:pt x="180994" y="0"/>
                </a:moveTo>
                <a:cubicBezTo>
                  <a:pt x="232973" y="0"/>
                  <a:pt x="275262" y="42289"/>
                  <a:pt x="275262" y="94268"/>
                </a:cubicBezTo>
                <a:cubicBezTo>
                  <a:pt x="275262" y="108074"/>
                  <a:pt x="272504" y="121695"/>
                  <a:pt x="267287" y="133658"/>
                </a:cubicBezTo>
                <a:cubicBezTo>
                  <a:pt x="261711" y="146421"/>
                  <a:pt x="253312" y="157371"/>
                  <a:pt x="242942" y="165275"/>
                </a:cubicBezTo>
                <a:cubicBezTo>
                  <a:pt x="233350" y="172604"/>
                  <a:pt x="231395" y="181551"/>
                  <a:pt x="231395" y="187767"/>
                </a:cubicBezTo>
                <a:cubicBezTo>
                  <a:pt x="231423" y="194192"/>
                  <a:pt x="233563" y="199933"/>
                  <a:pt x="236216" y="203619"/>
                </a:cubicBezTo>
                <a:lnTo>
                  <a:pt x="346905" y="203619"/>
                </a:lnTo>
                <a:cubicBezTo>
                  <a:pt x="355235" y="203619"/>
                  <a:pt x="361988" y="210371"/>
                  <a:pt x="361988" y="218701"/>
                </a:cubicBezTo>
                <a:lnTo>
                  <a:pt x="361988" y="312968"/>
                </a:lnTo>
                <a:cubicBezTo>
                  <a:pt x="361988" y="321299"/>
                  <a:pt x="355235" y="328052"/>
                  <a:pt x="346905" y="328052"/>
                </a:cubicBezTo>
                <a:lnTo>
                  <a:pt x="15083" y="328052"/>
                </a:lnTo>
                <a:cubicBezTo>
                  <a:pt x="6752" y="328052"/>
                  <a:pt x="0" y="321299"/>
                  <a:pt x="0" y="312968"/>
                </a:cubicBezTo>
                <a:lnTo>
                  <a:pt x="0" y="218701"/>
                </a:lnTo>
                <a:cubicBezTo>
                  <a:pt x="0" y="210371"/>
                  <a:pt x="6752" y="203619"/>
                  <a:pt x="15083" y="203619"/>
                </a:cubicBezTo>
                <a:lnTo>
                  <a:pt x="125772" y="203619"/>
                </a:lnTo>
                <a:cubicBezTo>
                  <a:pt x="128426" y="199933"/>
                  <a:pt x="130561" y="194192"/>
                  <a:pt x="130594" y="187767"/>
                </a:cubicBezTo>
                <a:cubicBezTo>
                  <a:pt x="130618" y="181551"/>
                  <a:pt x="128638" y="172604"/>
                  <a:pt x="119046" y="165275"/>
                </a:cubicBezTo>
                <a:cubicBezTo>
                  <a:pt x="108695" y="157371"/>
                  <a:pt x="100278" y="146435"/>
                  <a:pt x="94702" y="133658"/>
                </a:cubicBezTo>
                <a:cubicBezTo>
                  <a:pt x="89484" y="121695"/>
                  <a:pt x="86727" y="108074"/>
                  <a:pt x="86727" y="94268"/>
                </a:cubicBezTo>
                <a:cubicBezTo>
                  <a:pt x="86727" y="42289"/>
                  <a:pt x="129015" y="0"/>
                  <a:pt x="180994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30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51"/>
          <p:cNvSpPr/>
          <p:nvPr>
            <p:custDataLst>
              <p:tags r:id="rId10"/>
            </p:custDataLst>
          </p:nvPr>
        </p:nvSpPr>
        <p:spPr>
          <a:xfrm>
            <a:off x="7693731" y="3569682"/>
            <a:ext cx="376666" cy="299324"/>
          </a:xfrm>
          <a:custGeom>
            <a:avLst/>
            <a:gdLst>
              <a:gd name="connsiteX0" fmla="*/ 224374 w 380841"/>
              <a:gd name="connsiteY0" fmla="*/ 85078 h 302642"/>
              <a:gd name="connsiteX1" fmla="*/ 237976 w 380841"/>
              <a:gd name="connsiteY1" fmla="*/ 98680 h 302642"/>
              <a:gd name="connsiteX2" fmla="*/ 237976 w 380841"/>
              <a:gd name="connsiteY2" fmla="*/ 112281 h 302642"/>
              <a:gd name="connsiteX3" fmla="*/ 224374 w 380841"/>
              <a:gd name="connsiteY3" fmla="*/ 125882 h 302642"/>
              <a:gd name="connsiteX4" fmla="*/ 210773 w 380841"/>
              <a:gd name="connsiteY4" fmla="*/ 112281 h 302642"/>
              <a:gd name="connsiteX5" fmla="*/ 210773 w 380841"/>
              <a:gd name="connsiteY5" fmla="*/ 98680 h 302642"/>
              <a:gd name="connsiteX6" fmla="*/ 224374 w 380841"/>
              <a:gd name="connsiteY6" fmla="*/ 85078 h 302642"/>
              <a:gd name="connsiteX7" fmla="*/ 156468 w 380841"/>
              <a:gd name="connsiteY7" fmla="*/ 85078 h 302642"/>
              <a:gd name="connsiteX8" fmla="*/ 170069 w 380841"/>
              <a:gd name="connsiteY8" fmla="*/ 98680 h 302642"/>
              <a:gd name="connsiteX9" fmla="*/ 170069 w 380841"/>
              <a:gd name="connsiteY9" fmla="*/ 112281 h 302642"/>
              <a:gd name="connsiteX10" fmla="*/ 156468 w 380841"/>
              <a:gd name="connsiteY10" fmla="*/ 125882 h 302642"/>
              <a:gd name="connsiteX11" fmla="*/ 142866 w 380841"/>
              <a:gd name="connsiteY11" fmla="*/ 112281 h 302642"/>
              <a:gd name="connsiteX12" fmla="*/ 142866 w 380841"/>
              <a:gd name="connsiteY12" fmla="*/ 98680 h 302642"/>
              <a:gd name="connsiteX13" fmla="*/ 156468 w 380841"/>
              <a:gd name="connsiteY13" fmla="*/ 85078 h 302642"/>
              <a:gd name="connsiteX14" fmla="*/ 88561 w 380841"/>
              <a:gd name="connsiteY14" fmla="*/ 85078 h 302642"/>
              <a:gd name="connsiteX15" fmla="*/ 102162 w 380841"/>
              <a:gd name="connsiteY15" fmla="*/ 98680 h 302642"/>
              <a:gd name="connsiteX16" fmla="*/ 102162 w 380841"/>
              <a:gd name="connsiteY16" fmla="*/ 112281 h 302642"/>
              <a:gd name="connsiteX17" fmla="*/ 88561 w 380841"/>
              <a:gd name="connsiteY17" fmla="*/ 125882 h 302642"/>
              <a:gd name="connsiteX18" fmla="*/ 74959 w 380841"/>
              <a:gd name="connsiteY18" fmla="*/ 112281 h 302642"/>
              <a:gd name="connsiteX19" fmla="*/ 74959 w 380841"/>
              <a:gd name="connsiteY19" fmla="*/ 98680 h 302642"/>
              <a:gd name="connsiteX20" fmla="*/ 88561 w 380841"/>
              <a:gd name="connsiteY20" fmla="*/ 85078 h 302642"/>
              <a:gd name="connsiteX21" fmla="*/ 316234 w 380841"/>
              <a:gd name="connsiteY21" fmla="*/ 71408 h 302642"/>
              <a:gd name="connsiteX22" fmla="*/ 316234 w 380841"/>
              <a:gd name="connsiteY22" fmla="*/ 193821 h 302642"/>
              <a:gd name="connsiteX23" fmla="*/ 302632 w 380841"/>
              <a:gd name="connsiteY23" fmla="*/ 207423 h 302642"/>
              <a:gd name="connsiteX24" fmla="*/ 108812 w 380841"/>
              <a:gd name="connsiteY24" fmla="*/ 207423 h 302642"/>
              <a:gd name="connsiteX25" fmla="*/ 108812 w 380841"/>
              <a:gd name="connsiteY25" fmla="*/ 234626 h 302642"/>
              <a:gd name="connsiteX26" fmla="*/ 316234 w 380841"/>
              <a:gd name="connsiteY26" fmla="*/ 234626 h 302642"/>
              <a:gd name="connsiteX27" fmla="*/ 324735 w 380841"/>
              <a:gd name="connsiteY27" fmla="*/ 237601 h 302642"/>
              <a:gd name="connsiteX28" fmla="*/ 353638 w 380841"/>
              <a:gd name="connsiteY28" fmla="*/ 260732 h 302642"/>
              <a:gd name="connsiteX29" fmla="*/ 353638 w 380841"/>
              <a:gd name="connsiteY29" fmla="*/ 71408 h 302642"/>
              <a:gd name="connsiteX30" fmla="*/ 27203 w 380841"/>
              <a:gd name="connsiteY30" fmla="*/ 27204 h 302642"/>
              <a:gd name="connsiteX31" fmla="*/ 27203 w 380841"/>
              <a:gd name="connsiteY31" fmla="*/ 211992 h 302642"/>
              <a:gd name="connsiteX32" fmla="*/ 54989 w 380841"/>
              <a:gd name="connsiteY32" fmla="*/ 184203 h 302642"/>
              <a:gd name="connsiteX33" fmla="*/ 64608 w 380841"/>
              <a:gd name="connsiteY33" fmla="*/ 180220 h 302642"/>
              <a:gd name="connsiteX34" fmla="*/ 289031 w 380841"/>
              <a:gd name="connsiteY34" fmla="*/ 180220 h 302642"/>
              <a:gd name="connsiteX35" fmla="*/ 289031 w 380841"/>
              <a:gd name="connsiteY35" fmla="*/ 27204 h 302642"/>
              <a:gd name="connsiteX36" fmla="*/ 13601 w 380841"/>
              <a:gd name="connsiteY36" fmla="*/ 0 h 302642"/>
              <a:gd name="connsiteX37" fmla="*/ 302632 w 380841"/>
              <a:gd name="connsiteY37" fmla="*/ 0 h 302642"/>
              <a:gd name="connsiteX38" fmla="*/ 316234 w 380841"/>
              <a:gd name="connsiteY38" fmla="*/ 13602 h 302642"/>
              <a:gd name="connsiteX39" fmla="*/ 316234 w 380841"/>
              <a:gd name="connsiteY39" fmla="*/ 44206 h 302642"/>
              <a:gd name="connsiteX40" fmla="*/ 367239 w 380841"/>
              <a:gd name="connsiteY40" fmla="*/ 44206 h 302642"/>
              <a:gd name="connsiteX41" fmla="*/ 380841 w 380841"/>
              <a:gd name="connsiteY41" fmla="*/ 57807 h 302642"/>
              <a:gd name="connsiteX42" fmla="*/ 380841 w 380841"/>
              <a:gd name="connsiteY42" fmla="*/ 289032 h 302642"/>
              <a:gd name="connsiteX43" fmla="*/ 373132 w 380841"/>
              <a:gd name="connsiteY43" fmla="*/ 301299 h 302642"/>
              <a:gd name="connsiteX44" fmla="*/ 358739 w 380841"/>
              <a:gd name="connsiteY44" fmla="*/ 299658 h 302642"/>
              <a:gd name="connsiteX45" fmla="*/ 311461 w 380841"/>
              <a:gd name="connsiteY45" fmla="*/ 261829 h 302642"/>
              <a:gd name="connsiteX46" fmla="*/ 95211 w 380841"/>
              <a:gd name="connsiteY46" fmla="*/ 261829 h 302642"/>
              <a:gd name="connsiteX47" fmla="*/ 81609 w 380841"/>
              <a:gd name="connsiteY47" fmla="*/ 248228 h 302642"/>
              <a:gd name="connsiteX48" fmla="*/ 81609 w 380841"/>
              <a:gd name="connsiteY48" fmla="*/ 207423 h 302642"/>
              <a:gd name="connsiteX49" fmla="*/ 70239 w 380841"/>
              <a:gd name="connsiteY49" fmla="*/ 207423 h 302642"/>
              <a:gd name="connsiteX50" fmla="*/ 23221 w 380841"/>
              <a:gd name="connsiteY50" fmla="*/ 254446 h 302642"/>
              <a:gd name="connsiteX51" fmla="*/ 8397 w 380841"/>
              <a:gd name="connsiteY51" fmla="*/ 257395 h 302642"/>
              <a:gd name="connsiteX52" fmla="*/ 0 w 380841"/>
              <a:gd name="connsiteY52" fmla="*/ 244827 h 302642"/>
              <a:gd name="connsiteX53" fmla="*/ 0 w 380841"/>
              <a:gd name="connsiteY53" fmla="*/ 13602 h 302642"/>
              <a:gd name="connsiteX54" fmla="*/ 13601 w 380841"/>
              <a:gd name="connsiteY54" fmla="*/ 0 h 30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80841" h="302642">
                <a:moveTo>
                  <a:pt x="224374" y="85078"/>
                </a:moveTo>
                <a:cubicBezTo>
                  <a:pt x="231886" y="85078"/>
                  <a:pt x="237976" y="91167"/>
                  <a:pt x="237976" y="98680"/>
                </a:cubicBezTo>
                <a:lnTo>
                  <a:pt x="237976" y="112281"/>
                </a:lnTo>
                <a:cubicBezTo>
                  <a:pt x="237976" y="119793"/>
                  <a:pt x="231886" y="125882"/>
                  <a:pt x="224374" y="125882"/>
                </a:cubicBezTo>
                <a:cubicBezTo>
                  <a:pt x="216863" y="125882"/>
                  <a:pt x="210773" y="119793"/>
                  <a:pt x="210773" y="112281"/>
                </a:cubicBezTo>
                <a:lnTo>
                  <a:pt x="210773" y="98680"/>
                </a:lnTo>
                <a:cubicBezTo>
                  <a:pt x="210773" y="91167"/>
                  <a:pt x="216863" y="85078"/>
                  <a:pt x="224374" y="85078"/>
                </a:cubicBezTo>
                <a:close/>
                <a:moveTo>
                  <a:pt x="156468" y="85078"/>
                </a:moveTo>
                <a:cubicBezTo>
                  <a:pt x="163979" y="85078"/>
                  <a:pt x="170069" y="91167"/>
                  <a:pt x="170069" y="98680"/>
                </a:cubicBezTo>
                <a:lnTo>
                  <a:pt x="170069" y="112281"/>
                </a:lnTo>
                <a:cubicBezTo>
                  <a:pt x="170069" y="119793"/>
                  <a:pt x="163979" y="125882"/>
                  <a:pt x="156468" y="125882"/>
                </a:cubicBezTo>
                <a:cubicBezTo>
                  <a:pt x="148955" y="125882"/>
                  <a:pt x="142866" y="119793"/>
                  <a:pt x="142866" y="112281"/>
                </a:cubicBezTo>
                <a:lnTo>
                  <a:pt x="142866" y="98680"/>
                </a:lnTo>
                <a:cubicBezTo>
                  <a:pt x="142866" y="91167"/>
                  <a:pt x="148955" y="85078"/>
                  <a:pt x="156468" y="85078"/>
                </a:cubicBezTo>
                <a:close/>
                <a:moveTo>
                  <a:pt x="88561" y="85078"/>
                </a:moveTo>
                <a:cubicBezTo>
                  <a:pt x="96072" y="85078"/>
                  <a:pt x="102162" y="91167"/>
                  <a:pt x="102162" y="98680"/>
                </a:cubicBezTo>
                <a:lnTo>
                  <a:pt x="102162" y="112281"/>
                </a:lnTo>
                <a:cubicBezTo>
                  <a:pt x="102162" y="119793"/>
                  <a:pt x="96072" y="125882"/>
                  <a:pt x="88561" y="125882"/>
                </a:cubicBezTo>
                <a:cubicBezTo>
                  <a:pt x="81049" y="125882"/>
                  <a:pt x="74959" y="119793"/>
                  <a:pt x="74959" y="112281"/>
                </a:cubicBezTo>
                <a:lnTo>
                  <a:pt x="74959" y="98680"/>
                </a:lnTo>
                <a:cubicBezTo>
                  <a:pt x="74959" y="91167"/>
                  <a:pt x="81049" y="85078"/>
                  <a:pt x="88561" y="85078"/>
                </a:cubicBezTo>
                <a:close/>
                <a:moveTo>
                  <a:pt x="316234" y="71408"/>
                </a:moveTo>
                <a:lnTo>
                  <a:pt x="316234" y="193821"/>
                </a:lnTo>
                <a:cubicBezTo>
                  <a:pt x="316234" y="201334"/>
                  <a:pt x="310144" y="207423"/>
                  <a:pt x="302632" y="207423"/>
                </a:cubicBezTo>
                <a:lnTo>
                  <a:pt x="108812" y="207423"/>
                </a:lnTo>
                <a:lnTo>
                  <a:pt x="108812" y="234626"/>
                </a:lnTo>
                <a:lnTo>
                  <a:pt x="316234" y="234626"/>
                </a:lnTo>
                <a:cubicBezTo>
                  <a:pt x="319324" y="234623"/>
                  <a:pt x="322321" y="235673"/>
                  <a:pt x="324735" y="237601"/>
                </a:cubicBezTo>
                <a:lnTo>
                  <a:pt x="353638" y="260732"/>
                </a:lnTo>
                <a:lnTo>
                  <a:pt x="353638" y="71408"/>
                </a:lnTo>
                <a:close/>
                <a:moveTo>
                  <a:pt x="27203" y="27204"/>
                </a:moveTo>
                <a:lnTo>
                  <a:pt x="27203" y="211992"/>
                </a:lnTo>
                <a:lnTo>
                  <a:pt x="54989" y="184203"/>
                </a:lnTo>
                <a:cubicBezTo>
                  <a:pt x="57540" y="181652"/>
                  <a:pt x="61000" y="180219"/>
                  <a:pt x="64608" y="180220"/>
                </a:cubicBezTo>
                <a:lnTo>
                  <a:pt x="289031" y="180220"/>
                </a:lnTo>
                <a:lnTo>
                  <a:pt x="289031" y="27204"/>
                </a:lnTo>
                <a:close/>
                <a:moveTo>
                  <a:pt x="13601" y="0"/>
                </a:moveTo>
                <a:lnTo>
                  <a:pt x="302632" y="0"/>
                </a:lnTo>
                <a:cubicBezTo>
                  <a:pt x="310144" y="0"/>
                  <a:pt x="316234" y="6090"/>
                  <a:pt x="316234" y="13602"/>
                </a:cubicBezTo>
                <a:lnTo>
                  <a:pt x="316234" y="44206"/>
                </a:lnTo>
                <a:lnTo>
                  <a:pt x="367239" y="44206"/>
                </a:lnTo>
                <a:cubicBezTo>
                  <a:pt x="374752" y="44206"/>
                  <a:pt x="380841" y="50295"/>
                  <a:pt x="380841" y="57807"/>
                </a:cubicBezTo>
                <a:lnTo>
                  <a:pt x="380841" y="289032"/>
                </a:lnTo>
                <a:cubicBezTo>
                  <a:pt x="380844" y="294263"/>
                  <a:pt x="377847" y="299033"/>
                  <a:pt x="373132" y="301299"/>
                </a:cubicBezTo>
                <a:cubicBezTo>
                  <a:pt x="368418" y="303566"/>
                  <a:pt x="362822" y="302928"/>
                  <a:pt x="358739" y="299658"/>
                </a:cubicBezTo>
                <a:lnTo>
                  <a:pt x="311461" y="261829"/>
                </a:lnTo>
                <a:lnTo>
                  <a:pt x="95211" y="261829"/>
                </a:lnTo>
                <a:cubicBezTo>
                  <a:pt x="87698" y="261829"/>
                  <a:pt x="81609" y="255739"/>
                  <a:pt x="81609" y="248228"/>
                </a:cubicBezTo>
                <a:lnTo>
                  <a:pt x="81609" y="207423"/>
                </a:lnTo>
                <a:lnTo>
                  <a:pt x="70239" y="207423"/>
                </a:lnTo>
                <a:lnTo>
                  <a:pt x="23221" y="254446"/>
                </a:lnTo>
                <a:cubicBezTo>
                  <a:pt x="19330" y="258337"/>
                  <a:pt x="13480" y="259501"/>
                  <a:pt x="8397" y="257395"/>
                </a:cubicBezTo>
                <a:cubicBezTo>
                  <a:pt x="3313" y="255290"/>
                  <a:pt x="-1" y="250329"/>
                  <a:pt x="0" y="244827"/>
                </a:cubicBezTo>
                <a:lnTo>
                  <a:pt x="0" y="13602"/>
                </a:lnTo>
                <a:cubicBezTo>
                  <a:pt x="0" y="6090"/>
                  <a:pt x="6090" y="0"/>
                  <a:pt x="13601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78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任意多边形: 形状 50"/>
          <p:cNvSpPr/>
          <p:nvPr>
            <p:custDataLst>
              <p:tags r:id="rId11"/>
            </p:custDataLst>
          </p:nvPr>
        </p:nvSpPr>
        <p:spPr>
          <a:xfrm>
            <a:off x="7009169" y="5662935"/>
            <a:ext cx="376404" cy="326140"/>
          </a:xfrm>
          <a:custGeom>
            <a:avLst/>
            <a:gdLst>
              <a:gd name="connsiteX0" fmla="*/ 29978 w 380576"/>
              <a:gd name="connsiteY0" fmla="*/ 123658 h 329755"/>
              <a:gd name="connsiteX1" fmla="*/ 29978 w 380576"/>
              <a:gd name="connsiteY1" fmla="*/ 206097 h 329755"/>
              <a:gd name="connsiteX2" fmla="*/ 74944 w 380576"/>
              <a:gd name="connsiteY2" fmla="*/ 206097 h 329755"/>
              <a:gd name="connsiteX3" fmla="*/ 74944 w 380576"/>
              <a:gd name="connsiteY3" fmla="*/ 123658 h 329755"/>
              <a:gd name="connsiteX4" fmla="*/ 142394 w 380576"/>
              <a:gd name="connsiteY4" fmla="*/ 97203 h 329755"/>
              <a:gd name="connsiteX5" fmla="*/ 104922 w 380576"/>
              <a:gd name="connsiteY5" fmla="*/ 117569 h 329755"/>
              <a:gd name="connsiteX6" fmla="*/ 104922 w 380576"/>
              <a:gd name="connsiteY6" fmla="*/ 212186 h 329755"/>
              <a:gd name="connsiteX7" fmla="*/ 142394 w 380576"/>
              <a:gd name="connsiteY7" fmla="*/ 232523 h 329755"/>
              <a:gd name="connsiteX8" fmla="*/ 323241 w 380576"/>
              <a:gd name="connsiteY8" fmla="*/ 44765 h 329755"/>
              <a:gd name="connsiteX9" fmla="*/ 333770 w 380576"/>
              <a:gd name="connsiteY9" fmla="*/ 49319 h 329755"/>
              <a:gd name="connsiteX10" fmla="*/ 333770 w 380576"/>
              <a:gd name="connsiteY10" fmla="*/ 280437 h 329755"/>
              <a:gd name="connsiteX11" fmla="*/ 312575 w 380576"/>
              <a:gd name="connsiteY11" fmla="*/ 280764 h 329755"/>
              <a:gd name="connsiteX12" fmla="*/ 312247 w 380576"/>
              <a:gd name="connsiteY12" fmla="*/ 259570 h 329755"/>
              <a:gd name="connsiteX13" fmla="*/ 312247 w 380576"/>
              <a:gd name="connsiteY13" fmla="*/ 70186 h 329755"/>
              <a:gd name="connsiteX14" fmla="*/ 312575 w 380576"/>
              <a:gd name="connsiteY14" fmla="*/ 48991 h 329755"/>
              <a:gd name="connsiteX15" fmla="*/ 323241 w 380576"/>
              <a:gd name="connsiteY15" fmla="*/ 44765 h 329755"/>
              <a:gd name="connsiteX16" fmla="*/ 247316 w 380576"/>
              <a:gd name="connsiteY16" fmla="*/ 40175 h 329755"/>
              <a:gd name="connsiteX17" fmla="*/ 172371 w 380576"/>
              <a:gd name="connsiteY17" fmla="*/ 80927 h 329755"/>
              <a:gd name="connsiteX18" fmla="*/ 172371 w 380576"/>
              <a:gd name="connsiteY18" fmla="*/ 248810 h 329755"/>
              <a:gd name="connsiteX19" fmla="*/ 247316 w 380576"/>
              <a:gd name="connsiteY19" fmla="*/ 289561 h 329755"/>
              <a:gd name="connsiteX20" fmla="*/ 255147 w 380576"/>
              <a:gd name="connsiteY20" fmla="*/ 1818 h 329755"/>
              <a:gd name="connsiteX21" fmla="*/ 269967 w 380576"/>
              <a:gd name="connsiteY21" fmla="*/ 2109 h 329755"/>
              <a:gd name="connsiteX22" fmla="*/ 277293 w 380576"/>
              <a:gd name="connsiteY22" fmla="*/ 14990 h 329755"/>
              <a:gd name="connsiteX23" fmla="*/ 277293 w 380576"/>
              <a:gd name="connsiteY23" fmla="*/ 314765 h 329755"/>
              <a:gd name="connsiteX24" fmla="*/ 269966 w 380576"/>
              <a:gd name="connsiteY24" fmla="*/ 327650 h 329755"/>
              <a:gd name="connsiteX25" fmla="*/ 255147 w 380576"/>
              <a:gd name="connsiteY25" fmla="*/ 327937 h 329755"/>
              <a:gd name="connsiteX26" fmla="*/ 86125 w 380576"/>
              <a:gd name="connsiteY26" fmla="*/ 236074 h 329755"/>
              <a:gd name="connsiteX27" fmla="*/ 14989 w 380576"/>
              <a:gd name="connsiteY27" fmla="*/ 236074 h 329755"/>
              <a:gd name="connsiteX28" fmla="*/ 0 w 380576"/>
              <a:gd name="connsiteY28" fmla="*/ 221085 h 329755"/>
              <a:gd name="connsiteX29" fmla="*/ 0 w 380576"/>
              <a:gd name="connsiteY29" fmla="*/ 108670 h 329755"/>
              <a:gd name="connsiteX30" fmla="*/ 14989 w 380576"/>
              <a:gd name="connsiteY30" fmla="*/ 93681 h 329755"/>
              <a:gd name="connsiteX31" fmla="*/ 86125 w 380576"/>
              <a:gd name="connsiteY31" fmla="*/ 93681 h 329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0576" h="329755">
                <a:moveTo>
                  <a:pt x="29978" y="123658"/>
                </a:moveTo>
                <a:lnTo>
                  <a:pt x="29978" y="206097"/>
                </a:lnTo>
                <a:lnTo>
                  <a:pt x="74944" y="206097"/>
                </a:lnTo>
                <a:lnTo>
                  <a:pt x="74944" y="123658"/>
                </a:lnTo>
                <a:close/>
                <a:moveTo>
                  <a:pt x="142394" y="97203"/>
                </a:moveTo>
                <a:lnTo>
                  <a:pt x="104922" y="117569"/>
                </a:lnTo>
                <a:lnTo>
                  <a:pt x="104922" y="212186"/>
                </a:lnTo>
                <a:lnTo>
                  <a:pt x="142394" y="232523"/>
                </a:lnTo>
                <a:close/>
                <a:moveTo>
                  <a:pt x="323241" y="44765"/>
                </a:moveTo>
                <a:cubicBezTo>
                  <a:pt x="327076" y="44825"/>
                  <a:pt x="330889" y="46347"/>
                  <a:pt x="333770" y="49319"/>
                </a:cubicBezTo>
                <a:cubicBezTo>
                  <a:pt x="396179" y="113719"/>
                  <a:pt x="396179" y="216037"/>
                  <a:pt x="333770" y="280437"/>
                </a:cubicBezTo>
                <a:cubicBezTo>
                  <a:pt x="328008" y="286380"/>
                  <a:pt x="318519" y="286527"/>
                  <a:pt x="312575" y="280764"/>
                </a:cubicBezTo>
                <a:cubicBezTo>
                  <a:pt x="306632" y="275002"/>
                  <a:pt x="306485" y="265513"/>
                  <a:pt x="312247" y="259570"/>
                </a:cubicBezTo>
                <a:cubicBezTo>
                  <a:pt x="363385" y="206798"/>
                  <a:pt x="363385" y="122958"/>
                  <a:pt x="312247" y="70186"/>
                </a:cubicBezTo>
                <a:cubicBezTo>
                  <a:pt x="306485" y="64242"/>
                  <a:pt x="306632" y="54754"/>
                  <a:pt x="312575" y="48991"/>
                </a:cubicBezTo>
                <a:cubicBezTo>
                  <a:pt x="315547" y="46110"/>
                  <a:pt x="319405" y="44706"/>
                  <a:pt x="323241" y="44765"/>
                </a:cubicBezTo>
                <a:close/>
                <a:moveTo>
                  <a:pt x="247316" y="40175"/>
                </a:moveTo>
                <a:lnTo>
                  <a:pt x="172371" y="80927"/>
                </a:lnTo>
                <a:lnTo>
                  <a:pt x="172371" y="248810"/>
                </a:lnTo>
                <a:lnTo>
                  <a:pt x="247316" y="289561"/>
                </a:lnTo>
                <a:close/>
                <a:moveTo>
                  <a:pt x="255147" y="1818"/>
                </a:moveTo>
                <a:cubicBezTo>
                  <a:pt x="259793" y="-706"/>
                  <a:pt x="265424" y="-596"/>
                  <a:pt x="269967" y="2109"/>
                </a:cubicBezTo>
                <a:cubicBezTo>
                  <a:pt x="274509" y="4811"/>
                  <a:pt x="277292" y="9705"/>
                  <a:pt x="277293" y="14990"/>
                </a:cubicBezTo>
                <a:lnTo>
                  <a:pt x="277293" y="314765"/>
                </a:lnTo>
                <a:cubicBezTo>
                  <a:pt x="277293" y="320052"/>
                  <a:pt x="274510" y="324947"/>
                  <a:pt x="269966" y="327650"/>
                </a:cubicBezTo>
                <a:cubicBezTo>
                  <a:pt x="265423" y="330352"/>
                  <a:pt x="259792" y="330460"/>
                  <a:pt x="255147" y="327937"/>
                </a:cubicBezTo>
                <a:lnTo>
                  <a:pt x="86125" y="236074"/>
                </a:lnTo>
                <a:lnTo>
                  <a:pt x="14989" y="236074"/>
                </a:lnTo>
                <a:cubicBezTo>
                  <a:pt x="6711" y="236074"/>
                  <a:pt x="0" y="229363"/>
                  <a:pt x="0" y="221085"/>
                </a:cubicBezTo>
                <a:lnTo>
                  <a:pt x="0" y="108670"/>
                </a:lnTo>
                <a:cubicBezTo>
                  <a:pt x="0" y="100392"/>
                  <a:pt x="6711" y="93681"/>
                  <a:pt x="14989" y="93681"/>
                </a:cubicBezTo>
                <a:lnTo>
                  <a:pt x="86125" y="93681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 w="527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49"/>
          <p:cNvSpPr/>
          <p:nvPr>
            <p:custDataLst>
              <p:tags r:id="rId12"/>
            </p:custDataLst>
          </p:nvPr>
        </p:nvSpPr>
        <p:spPr>
          <a:xfrm>
            <a:off x="4812917" y="5637814"/>
            <a:ext cx="339381" cy="376666"/>
          </a:xfrm>
          <a:custGeom>
            <a:avLst/>
            <a:gdLst>
              <a:gd name="connsiteX0" fmla="*/ 171416 w 343143"/>
              <a:gd name="connsiteY0" fmla="*/ 179588 h 380841"/>
              <a:gd name="connsiteX1" fmla="*/ 159124 w 343143"/>
              <a:gd name="connsiteY1" fmla="*/ 204495 h 380841"/>
              <a:gd name="connsiteX2" fmla="*/ 147643 w 343143"/>
              <a:gd name="connsiteY2" fmla="*/ 212840 h 380841"/>
              <a:gd name="connsiteX3" fmla="*/ 120159 w 343143"/>
              <a:gd name="connsiteY3" fmla="*/ 216833 h 380841"/>
              <a:gd name="connsiteX4" fmla="*/ 140047 w 343143"/>
              <a:gd name="connsiteY4" fmla="*/ 236221 h 380841"/>
              <a:gd name="connsiteX5" fmla="*/ 144431 w 343143"/>
              <a:gd name="connsiteY5" fmla="*/ 249718 h 380841"/>
              <a:gd name="connsiteX6" fmla="*/ 139737 w 343143"/>
              <a:gd name="connsiteY6" fmla="*/ 277093 h 380841"/>
              <a:gd name="connsiteX7" fmla="*/ 164319 w 343143"/>
              <a:gd name="connsiteY7" fmla="*/ 264168 h 380841"/>
              <a:gd name="connsiteX8" fmla="*/ 178517 w 343143"/>
              <a:gd name="connsiteY8" fmla="*/ 264168 h 380841"/>
              <a:gd name="connsiteX9" fmla="*/ 203099 w 343143"/>
              <a:gd name="connsiteY9" fmla="*/ 277093 h 380841"/>
              <a:gd name="connsiteX10" fmla="*/ 198404 w 343143"/>
              <a:gd name="connsiteY10" fmla="*/ 249718 h 380841"/>
              <a:gd name="connsiteX11" fmla="*/ 202789 w 343143"/>
              <a:gd name="connsiteY11" fmla="*/ 236221 h 380841"/>
              <a:gd name="connsiteX12" fmla="*/ 222678 w 343143"/>
              <a:gd name="connsiteY12" fmla="*/ 216833 h 380841"/>
              <a:gd name="connsiteX13" fmla="*/ 195192 w 343143"/>
              <a:gd name="connsiteY13" fmla="*/ 212840 h 380841"/>
              <a:gd name="connsiteX14" fmla="*/ 183712 w 343143"/>
              <a:gd name="connsiteY14" fmla="*/ 204495 h 380841"/>
              <a:gd name="connsiteX15" fmla="*/ 171418 w 343143"/>
              <a:gd name="connsiteY15" fmla="*/ 129881 h 380841"/>
              <a:gd name="connsiteX16" fmla="*/ 185094 w 343143"/>
              <a:gd name="connsiteY16" fmla="*/ 138382 h 380841"/>
              <a:gd name="connsiteX17" fmla="*/ 207512 w 343143"/>
              <a:gd name="connsiteY17" fmla="*/ 183806 h 380841"/>
              <a:gd name="connsiteX18" fmla="*/ 257611 w 343143"/>
              <a:gd name="connsiteY18" fmla="*/ 191093 h 380841"/>
              <a:gd name="connsiteX19" fmla="*/ 269924 w 343143"/>
              <a:gd name="connsiteY19" fmla="*/ 201471 h 380841"/>
              <a:gd name="connsiteX20" fmla="*/ 266066 w 343143"/>
              <a:gd name="connsiteY20" fmla="*/ 217105 h 380841"/>
              <a:gd name="connsiteX21" fmla="*/ 229788 w 343143"/>
              <a:gd name="connsiteY21" fmla="*/ 252468 h 380841"/>
              <a:gd name="connsiteX22" fmla="*/ 238367 w 343143"/>
              <a:gd name="connsiteY22" fmla="*/ 302395 h 380841"/>
              <a:gd name="connsiteX23" fmla="*/ 232299 w 343143"/>
              <a:gd name="connsiteY23" fmla="*/ 317310 h 380841"/>
              <a:gd name="connsiteX24" fmla="*/ 216239 w 343143"/>
              <a:gd name="connsiteY24" fmla="*/ 318470 h 380841"/>
              <a:gd name="connsiteX25" fmla="*/ 171396 w 343143"/>
              <a:gd name="connsiteY25" fmla="*/ 294899 h 380841"/>
              <a:gd name="connsiteX26" fmla="*/ 126559 w 343143"/>
              <a:gd name="connsiteY26" fmla="*/ 318470 h 380841"/>
              <a:gd name="connsiteX27" fmla="*/ 110499 w 343143"/>
              <a:gd name="connsiteY27" fmla="*/ 317310 h 380841"/>
              <a:gd name="connsiteX28" fmla="*/ 104431 w 343143"/>
              <a:gd name="connsiteY28" fmla="*/ 302395 h 380841"/>
              <a:gd name="connsiteX29" fmla="*/ 113009 w 343143"/>
              <a:gd name="connsiteY29" fmla="*/ 252468 h 380841"/>
              <a:gd name="connsiteX30" fmla="*/ 76732 w 343143"/>
              <a:gd name="connsiteY30" fmla="*/ 217105 h 380841"/>
              <a:gd name="connsiteX31" fmla="*/ 72876 w 343143"/>
              <a:gd name="connsiteY31" fmla="*/ 201470 h 380841"/>
              <a:gd name="connsiteX32" fmla="*/ 85191 w 343143"/>
              <a:gd name="connsiteY32" fmla="*/ 191093 h 380841"/>
              <a:gd name="connsiteX33" fmla="*/ 135342 w 343143"/>
              <a:gd name="connsiteY33" fmla="*/ 183806 h 380841"/>
              <a:gd name="connsiteX34" fmla="*/ 157742 w 343143"/>
              <a:gd name="connsiteY34" fmla="*/ 138382 h 380841"/>
              <a:gd name="connsiteX35" fmla="*/ 171418 w 343143"/>
              <a:gd name="connsiteY35" fmla="*/ 129881 h 380841"/>
              <a:gd name="connsiteX36" fmla="*/ 183342 w 343143"/>
              <a:gd name="connsiteY36" fmla="*/ 114970 h 380841"/>
              <a:gd name="connsiteX37" fmla="*/ 106227 w 343143"/>
              <a:gd name="connsiteY37" fmla="*/ 134290 h 380841"/>
              <a:gd name="connsiteX38" fmla="*/ 62783 w 343143"/>
              <a:gd name="connsiteY38" fmla="*/ 277549 h 380841"/>
              <a:gd name="connsiteX39" fmla="*/ 194819 w 343143"/>
              <a:gd name="connsiteY39" fmla="*/ 348100 h 380841"/>
              <a:gd name="connsiteX40" fmla="*/ 289766 w 343143"/>
              <a:gd name="connsiteY40" fmla="*/ 232361 h 380841"/>
              <a:gd name="connsiteX41" fmla="*/ 255209 w 343143"/>
              <a:gd name="connsiteY41" fmla="*/ 148959 h 380841"/>
              <a:gd name="connsiteX42" fmla="*/ 183342 w 343143"/>
              <a:gd name="connsiteY42" fmla="*/ 114970 h 380841"/>
              <a:gd name="connsiteX43" fmla="*/ 232576 w 343143"/>
              <a:gd name="connsiteY43" fmla="*/ 30502 h 380841"/>
              <a:gd name="connsiteX44" fmla="*/ 232576 w 343143"/>
              <a:gd name="connsiteY44" fmla="*/ 96815 h 380841"/>
              <a:gd name="connsiteX45" fmla="*/ 245043 w 343143"/>
              <a:gd name="connsiteY45" fmla="*/ 103139 h 380841"/>
              <a:gd name="connsiteX46" fmla="*/ 312643 w 343143"/>
              <a:gd name="connsiteY46" fmla="*/ 76316 h 380841"/>
              <a:gd name="connsiteX47" fmla="*/ 312643 w 343143"/>
              <a:gd name="connsiteY47" fmla="*/ 30502 h 380841"/>
              <a:gd name="connsiteX48" fmla="*/ 141071 w 343143"/>
              <a:gd name="connsiteY48" fmla="*/ 30502 h 380841"/>
              <a:gd name="connsiteX49" fmla="*/ 141071 w 343143"/>
              <a:gd name="connsiteY49" fmla="*/ 87054 h 380841"/>
              <a:gd name="connsiteX50" fmla="*/ 171787 w 343143"/>
              <a:gd name="connsiteY50" fmla="*/ 83880 h 380841"/>
              <a:gd name="connsiteX51" fmla="*/ 202074 w 343143"/>
              <a:gd name="connsiteY51" fmla="*/ 86963 h 380841"/>
              <a:gd name="connsiteX52" fmla="*/ 202074 w 343143"/>
              <a:gd name="connsiteY52" fmla="*/ 30502 h 380841"/>
              <a:gd name="connsiteX53" fmla="*/ 30502 w 343143"/>
              <a:gd name="connsiteY53" fmla="*/ 30502 h 380841"/>
              <a:gd name="connsiteX54" fmla="*/ 30502 w 343143"/>
              <a:gd name="connsiteY54" fmla="*/ 76316 h 380841"/>
              <a:gd name="connsiteX55" fmla="*/ 98359 w 343143"/>
              <a:gd name="connsiteY55" fmla="*/ 103239 h 380841"/>
              <a:gd name="connsiteX56" fmla="*/ 110569 w 343143"/>
              <a:gd name="connsiteY56" fmla="*/ 97010 h 380841"/>
              <a:gd name="connsiteX57" fmla="*/ 110569 w 343143"/>
              <a:gd name="connsiteY57" fmla="*/ 30502 h 380841"/>
              <a:gd name="connsiteX58" fmla="*/ 15250 w 343143"/>
              <a:gd name="connsiteY58" fmla="*/ 0 h 380841"/>
              <a:gd name="connsiteX59" fmla="*/ 327893 w 343143"/>
              <a:gd name="connsiteY59" fmla="*/ 0 h 380841"/>
              <a:gd name="connsiteX60" fmla="*/ 343143 w 343143"/>
              <a:gd name="connsiteY60" fmla="*/ 15251 h 380841"/>
              <a:gd name="connsiteX61" fmla="*/ 343143 w 343143"/>
              <a:gd name="connsiteY61" fmla="*/ 86673 h 380841"/>
              <a:gd name="connsiteX62" fmla="*/ 333517 w 343143"/>
              <a:gd name="connsiteY62" fmla="*/ 100847 h 380841"/>
              <a:gd name="connsiteX63" fmla="*/ 273834 w 343143"/>
              <a:gd name="connsiteY63" fmla="*/ 124509 h 380841"/>
              <a:gd name="connsiteX64" fmla="*/ 276765 w 343143"/>
              <a:gd name="connsiteY64" fmla="*/ 127368 h 380841"/>
              <a:gd name="connsiteX65" fmla="*/ 276764 w 343143"/>
              <a:gd name="connsiteY65" fmla="*/ 337353 h 380841"/>
              <a:gd name="connsiteX66" fmla="*/ 66780 w 343143"/>
              <a:gd name="connsiteY66" fmla="*/ 337353 h 380841"/>
              <a:gd name="connsiteX67" fmla="*/ 66780 w 343143"/>
              <a:gd name="connsiteY67" fmla="*/ 127368 h 380841"/>
              <a:gd name="connsiteX68" fmla="*/ 69582 w 343143"/>
              <a:gd name="connsiteY68" fmla="*/ 124643 h 380841"/>
              <a:gd name="connsiteX69" fmla="*/ 9627 w 343143"/>
              <a:gd name="connsiteY69" fmla="*/ 100847 h 380841"/>
              <a:gd name="connsiteX70" fmla="*/ 0 w 343143"/>
              <a:gd name="connsiteY70" fmla="*/ 86673 h 380841"/>
              <a:gd name="connsiteX71" fmla="*/ 0 w 343143"/>
              <a:gd name="connsiteY71" fmla="*/ 15251 h 380841"/>
              <a:gd name="connsiteX72" fmla="*/ 15250 w 343143"/>
              <a:gd name="connsiteY72" fmla="*/ 0 h 380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343143" h="380841">
                <a:moveTo>
                  <a:pt x="171416" y="179588"/>
                </a:moveTo>
                <a:lnTo>
                  <a:pt x="159124" y="204495"/>
                </a:lnTo>
                <a:cubicBezTo>
                  <a:pt x="156904" y="208996"/>
                  <a:pt x="152610" y="212116"/>
                  <a:pt x="147643" y="212840"/>
                </a:cubicBezTo>
                <a:lnTo>
                  <a:pt x="120159" y="216833"/>
                </a:lnTo>
                <a:lnTo>
                  <a:pt x="140047" y="236221"/>
                </a:lnTo>
                <a:cubicBezTo>
                  <a:pt x="143640" y="239725"/>
                  <a:pt x="145279" y="244771"/>
                  <a:pt x="144431" y="249718"/>
                </a:cubicBezTo>
                <a:lnTo>
                  <a:pt x="139737" y="277093"/>
                </a:lnTo>
                <a:lnTo>
                  <a:pt x="164319" y="264168"/>
                </a:lnTo>
                <a:cubicBezTo>
                  <a:pt x="168763" y="261831"/>
                  <a:pt x="174073" y="261831"/>
                  <a:pt x="178517" y="264168"/>
                </a:cubicBezTo>
                <a:lnTo>
                  <a:pt x="203099" y="277093"/>
                </a:lnTo>
                <a:lnTo>
                  <a:pt x="198404" y="249718"/>
                </a:lnTo>
                <a:cubicBezTo>
                  <a:pt x="197556" y="244771"/>
                  <a:pt x="199196" y="239725"/>
                  <a:pt x="202789" y="236221"/>
                </a:cubicBezTo>
                <a:lnTo>
                  <a:pt x="222678" y="216833"/>
                </a:lnTo>
                <a:lnTo>
                  <a:pt x="195192" y="212840"/>
                </a:lnTo>
                <a:cubicBezTo>
                  <a:pt x="190226" y="212116"/>
                  <a:pt x="185932" y="208996"/>
                  <a:pt x="183712" y="204495"/>
                </a:cubicBezTo>
                <a:close/>
                <a:moveTo>
                  <a:pt x="171418" y="129881"/>
                </a:moveTo>
                <a:cubicBezTo>
                  <a:pt x="177223" y="129881"/>
                  <a:pt x="182524" y="133177"/>
                  <a:pt x="185094" y="138382"/>
                </a:cubicBezTo>
                <a:lnTo>
                  <a:pt x="207512" y="183806"/>
                </a:lnTo>
                <a:lnTo>
                  <a:pt x="257611" y="191093"/>
                </a:lnTo>
                <a:cubicBezTo>
                  <a:pt x="263356" y="191928"/>
                  <a:pt x="268129" y="195950"/>
                  <a:pt x="269924" y="201471"/>
                </a:cubicBezTo>
                <a:cubicBezTo>
                  <a:pt x="271718" y="206992"/>
                  <a:pt x="270222" y="213053"/>
                  <a:pt x="266066" y="217105"/>
                </a:cubicBezTo>
                <a:lnTo>
                  <a:pt x="229788" y="252468"/>
                </a:lnTo>
                <a:lnTo>
                  <a:pt x="238367" y="302395"/>
                </a:lnTo>
                <a:cubicBezTo>
                  <a:pt x="239347" y="308117"/>
                  <a:pt x="236995" y="313899"/>
                  <a:pt x="232299" y="317310"/>
                </a:cubicBezTo>
                <a:cubicBezTo>
                  <a:pt x="227603" y="320722"/>
                  <a:pt x="221377" y="321172"/>
                  <a:pt x="216239" y="318470"/>
                </a:cubicBezTo>
                <a:lnTo>
                  <a:pt x="171396" y="294899"/>
                </a:lnTo>
                <a:lnTo>
                  <a:pt x="126559" y="318470"/>
                </a:lnTo>
                <a:cubicBezTo>
                  <a:pt x="121421" y="321172"/>
                  <a:pt x="115195" y="320722"/>
                  <a:pt x="110499" y="317310"/>
                </a:cubicBezTo>
                <a:cubicBezTo>
                  <a:pt x="105802" y="313899"/>
                  <a:pt x="103451" y="308117"/>
                  <a:pt x="104431" y="302395"/>
                </a:cubicBezTo>
                <a:lnTo>
                  <a:pt x="113009" y="252468"/>
                </a:lnTo>
                <a:lnTo>
                  <a:pt x="76732" y="217105"/>
                </a:lnTo>
                <a:cubicBezTo>
                  <a:pt x="72575" y="213052"/>
                  <a:pt x="71079" y="206990"/>
                  <a:pt x="72876" y="201470"/>
                </a:cubicBezTo>
                <a:cubicBezTo>
                  <a:pt x="74671" y="195948"/>
                  <a:pt x="79446" y="191925"/>
                  <a:pt x="85191" y="191093"/>
                </a:cubicBezTo>
                <a:lnTo>
                  <a:pt x="135342" y="183806"/>
                </a:lnTo>
                <a:lnTo>
                  <a:pt x="157742" y="138382"/>
                </a:lnTo>
                <a:cubicBezTo>
                  <a:pt x="160312" y="133177"/>
                  <a:pt x="165613" y="129881"/>
                  <a:pt x="171418" y="129881"/>
                </a:cubicBezTo>
                <a:close/>
                <a:moveTo>
                  <a:pt x="183342" y="114970"/>
                </a:moveTo>
                <a:cubicBezTo>
                  <a:pt x="156923" y="112368"/>
                  <a:pt x="129628" y="118652"/>
                  <a:pt x="106227" y="134290"/>
                </a:cubicBezTo>
                <a:cubicBezTo>
                  <a:pt x="59425" y="165565"/>
                  <a:pt x="41237" y="225546"/>
                  <a:pt x="62783" y="277549"/>
                </a:cubicBezTo>
                <a:cubicBezTo>
                  <a:pt x="84330" y="329551"/>
                  <a:pt x="139612" y="359090"/>
                  <a:pt x="194819" y="348100"/>
                </a:cubicBezTo>
                <a:cubicBezTo>
                  <a:pt x="250024" y="337109"/>
                  <a:pt x="289778" y="288651"/>
                  <a:pt x="289766" y="232361"/>
                </a:cubicBezTo>
                <a:cubicBezTo>
                  <a:pt x="289845" y="201061"/>
                  <a:pt x="277401" y="171030"/>
                  <a:pt x="255209" y="148959"/>
                </a:cubicBezTo>
                <a:cubicBezTo>
                  <a:pt x="235307" y="129057"/>
                  <a:pt x="209762" y="117571"/>
                  <a:pt x="183342" y="114970"/>
                </a:cubicBezTo>
                <a:close/>
                <a:moveTo>
                  <a:pt x="232576" y="30502"/>
                </a:moveTo>
                <a:lnTo>
                  <a:pt x="232576" y="96815"/>
                </a:lnTo>
                <a:cubicBezTo>
                  <a:pt x="236826" y="98717"/>
                  <a:pt x="240983" y="100826"/>
                  <a:pt x="245043" y="103139"/>
                </a:cubicBezTo>
                <a:lnTo>
                  <a:pt x="312643" y="76316"/>
                </a:lnTo>
                <a:lnTo>
                  <a:pt x="312643" y="30502"/>
                </a:lnTo>
                <a:close/>
                <a:moveTo>
                  <a:pt x="141071" y="30502"/>
                </a:moveTo>
                <a:lnTo>
                  <a:pt x="141071" y="87054"/>
                </a:lnTo>
                <a:cubicBezTo>
                  <a:pt x="151172" y="84940"/>
                  <a:pt x="161466" y="83876"/>
                  <a:pt x="171787" y="83880"/>
                </a:cubicBezTo>
                <a:cubicBezTo>
                  <a:pt x="181960" y="83876"/>
                  <a:pt x="192109" y="84909"/>
                  <a:pt x="202074" y="86963"/>
                </a:cubicBezTo>
                <a:lnTo>
                  <a:pt x="202074" y="30502"/>
                </a:lnTo>
                <a:close/>
                <a:moveTo>
                  <a:pt x="30502" y="30502"/>
                </a:moveTo>
                <a:lnTo>
                  <a:pt x="30502" y="76316"/>
                </a:lnTo>
                <a:lnTo>
                  <a:pt x="98359" y="103239"/>
                </a:lnTo>
                <a:cubicBezTo>
                  <a:pt x="102337" y="100970"/>
                  <a:pt x="106406" y="98894"/>
                  <a:pt x="110569" y="97010"/>
                </a:cubicBezTo>
                <a:lnTo>
                  <a:pt x="110569" y="30502"/>
                </a:lnTo>
                <a:close/>
                <a:moveTo>
                  <a:pt x="15250" y="0"/>
                </a:moveTo>
                <a:lnTo>
                  <a:pt x="327893" y="0"/>
                </a:lnTo>
                <a:cubicBezTo>
                  <a:pt x="336316" y="0"/>
                  <a:pt x="343143" y="6828"/>
                  <a:pt x="343143" y="15251"/>
                </a:cubicBezTo>
                <a:lnTo>
                  <a:pt x="343143" y="86673"/>
                </a:lnTo>
                <a:cubicBezTo>
                  <a:pt x="343142" y="92924"/>
                  <a:pt x="339328" y="98541"/>
                  <a:pt x="333517" y="100847"/>
                </a:cubicBezTo>
                <a:lnTo>
                  <a:pt x="273834" y="124509"/>
                </a:lnTo>
                <a:cubicBezTo>
                  <a:pt x="274834" y="125462"/>
                  <a:pt x="275811" y="126415"/>
                  <a:pt x="276765" y="127368"/>
                </a:cubicBezTo>
                <a:cubicBezTo>
                  <a:pt x="334750" y="185354"/>
                  <a:pt x="334750" y="279367"/>
                  <a:pt x="276764" y="337353"/>
                </a:cubicBezTo>
                <a:cubicBezTo>
                  <a:pt x="218779" y="395337"/>
                  <a:pt x="124766" y="395337"/>
                  <a:pt x="66780" y="337353"/>
                </a:cubicBezTo>
                <a:cubicBezTo>
                  <a:pt x="8794" y="279367"/>
                  <a:pt x="8794" y="185354"/>
                  <a:pt x="66780" y="127368"/>
                </a:cubicBezTo>
                <a:cubicBezTo>
                  <a:pt x="67704" y="126444"/>
                  <a:pt x="68628" y="125538"/>
                  <a:pt x="69582" y="124643"/>
                </a:cubicBezTo>
                <a:lnTo>
                  <a:pt x="9627" y="100847"/>
                </a:lnTo>
                <a:cubicBezTo>
                  <a:pt x="3816" y="98541"/>
                  <a:pt x="1" y="92924"/>
                  <a:pt x="0" y="86673"/>
                </a:cubicBezTo>
                <a:lnTo>
                  <a:pt x="0" y="15251"/>
                </a:lnTo>
                <a:cubicBezTo>
                  <a:pt x="0" y="6828"/>
                  <a:pt x="6828" y="0"/>
                  <a:pt x="15250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36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48"/>
          <p:cNvSpPr/>
          <p:nvPr>
            <p:custDataLst>
              <p:tags r:id="rId13"/>
            </p:custDataLst>
          </p:nvPr>
        </p:nvSpPr>
        <p:spPr>
          <a:xfrm>
            <a:off x="4110769" y="3531371"/>
            <a:ext cx="374381" cy="376665"/>
          </a:xfrm>
          <a:custGeom>
            <a:avLst/>
            <a:gdLst>
              <a:gd name="connsiteX0" fmla="*/ 169595 w 378531"/>
              <a:gd name="connsiteY0" fmla="*/ 351096 h 380840"/>
              <a:gd name="connsiteX1" fmla="*/ 354042 w 378531"/>
              <a:gd name="connsiteY1" fmla="*/ 351096 h 380840"/>
              <a:gd name="connsiteX2" fmla="*/ 368797 w 378531"/>
              <a:gd name="connsiteY2" fmla="*/ 365852 h 380840"/>
              <a:gd name="connsiteX3" fmla="*/ 354042 w 378531"/>
              <a:gd name="connsiteY3" fmla="*/ 380609 h 380840"/>
              <a:gd name="connsiteX4" fmla="*/ 169595 w 378531"/>
              <a:gd name="connsiteY4" fmla="*/ 380609 h 380840"/>
              <a:gd name="connsiteX5" fmla="*/ 154839 w 378531"/>
              <a:gd name="connsiteY5" fmla="*/ 365852 h 380840"/>
              <a:gd name="connsiteX6" fmla="*/ 169595 w 378531"/>
              <a:gd name="connsiteY6" fmla="*/ 351096 h 380840"/>
              <a:gd name="connsiteX7" fmla="*/ 158477 w 378531"/>
              <a:gd name="connsiteY7" fmla="*/ 203772 h 380840"/>
              <a:gd name="connsiteX8" fmla="*/ 35621 w 378531"/>
              <a:gd name="connsiteY8" fmla="*/ 326612 h 380840"/>
              <a:gd name="connsiteX9" fmla="*/ 54241 w 378531"/>
              <a:gd name="connsiteY9" fmla="*/ 345214 h 380840"/>
              <a:gd name="connsiteX10" fmla="*/ 177069 w 378531"/>
              <a:gd name="connsiteY10" fmla="*/ 222364 h 380840"/>
              <a:gd name="connsiteX11" fmla="*/ 324649 w 378531"/>
              <a:gd name="connsiteY11" fmla="*/ 189523 h 380840"/>
              <a:gd name="connsiteX12" fmla="*/ 242732 w 378531"/>
              <a:gd name="connsiteY12" fmla="*/ 271445 h 380840"/>
              <a:gd name="connsiteX13" fmla="*/ 260993 w 378531"/>
              <a:gd name="connsiteY13" fmla="*/ 289705 h 380840"/>
              <a:gd name="connsiteX14" fmla="*/ 342910 w 378531"/>
              <a:gd name="connsiteY14" fmla="*/ 207783 h 380840"/>
              <a:gd name="connsiteX15" fmla="*/ 197289 w 378531"/>
              <a:gd name="connsiteY15" fmla="*/ 87335 h 380840"/>
              <a:gd name="connsiteX16" fmla="*/ 140539 w 378531"/>
              <a:gd name="connsiteY16" fmla="*/ 144084 h 380840"/>
              <a:gd name="connsiteX17" fmla="*/ 188306 w 378531"/>
              <a:gd name="connsiteY17" fmla="*/ 191856 h 380840"/>
              <a:gd name="connsiteX18" fmla="*/ 208384 w 378531"/>
              <a:gd name="connsiteY18" fmla="*/ 211933 h 380840"/>
              <a:gd name="connsiteX19" fmla="*/ 234446 w 378531"/>
              <a:gd name="connsiteY19" fmla="*/ 237991 h 380840"/>
              <a:gd name="connsiteX20" fmla="*/ 291196 w 378531"/>
              <a:gd name="connsiteY20" fmla="*/ 181241 h 380840"/>
              <a:gd name="connsiteX21" fmla="*/ 170748 w 378531"/>
              <a:gd name="connsiteY21" fmla="*/ 35621 h 380840"/>
              <a:gd name="connsiteX22" fmla="*/ 88825 w 378531"/>
              <a:gd name="connsiteY22" fmla="*/ 117543 h 380840"/>
              <a:gd name="connsiteX23" fmla="*/ 107085 w 378531"/>
              <a:gd name="connsiteY23" fmla="*/ 135803 h 380840"/>
              <a:gd name="connsiteX24" fmla="*/ 189008 w 378531"/>
              <a:gd name="connsiteY24" fmla="*/ 53881 h 380840"/>
              <a:gd name="connsiteX25" fmla="*/ 170749 w 378531"/>
              <a:gd name="connsiteY25" fmla="*/ 0 h 380840"/>
              <a:gd name="connsiteX26" fmla="*/ 181182 w 378531"/>
              <a:gd name="connsiteY26" fmla="*/ 4320 h 380840"/>
              <a:gd name="connsiteX27" fmla="*/ 220308 w 378531"/>
              <a:gd name="connsiteY27" fmla="*/ 43446 h 380840"/>
              <a:gd name="connsiteX28" fmla="*/ 220308 w 378531"/>
              <a:gd name="connsiteY28" fmla="*/ 64316 h 380840"/>
              <a:gd name="connsiteX29" fmla="*/ 218155 w 378531"/>
              <a:gd name="connsiteY29" fmla="*/ 66470 h 380840"/>
              <a:gd name="connsiteX30" fmla="*/ 312061 w 378531"/>
              <a:gd name="connsiteY30" fmla="*/ 160371 h 380840"/>
              <a:gd name="connsiteX31" fmla="*/ 314215 w 378531"/>
              <a:gd name="connsiteY31" fmla="*/ 158217 h 380840"/>
              <a:gd name="connsiteX32" fmla="*/ 335080 w 378531"/>
              <a:gd name="connsiteY32" fmla="*/ 158217 h 380840"/>
              <a:gd name="connsiteX33" fmla="*/ 374210 w 378531"/>
              <a:gd name="connsiteY33" fmla="*/ 197348 h 380840"/>
              <a:gd name="connsiteX34" fmla="*/ 374210 w 378531"/>
              <a:gd name="connsiteY34" fmla="*/ 218214 h 380840"/>
              <a:gd name="connsiteX35" fmla="*/ 271419 w 378531"/>
              <a:gd name="connsiteY35" fmla="*/ 321005 h 380840"/>
              <a:gd name="connsiteX36" fmla="*/ 250548 w 378531"/>
              <a:gd name="connsiteY36" fmla="*/ 321005 h 380840"/>
              <a:gd name="connsiteX37" fmla="*/ 211422 w 378531"/>
              <a:gd name="connsiteY37" fmla="*/ 281880 h 380840"/>
              <a:gd name="connsiteX38" fmla="*/ 211422 w 378531"/>
              <a:gd name="connsiteY38" fmla="*/ 261010 h 380840"/>
              <a:gd name="connsiteX39" fmla="*/ 213576 w 378531"/>
              <a:gd name="connsiteY39" fmla="*/ 258857 h 380840"/>
              <a:gd name="connsiteX40" fmla="*/ 197949 w 378531"/>
              <a:gd name="connsiteY40" fmla="*/ 243229 h 380840"/>
              <a:gd name="connsiteX41" fmla="*/ 64658 w 378531"/>
              <a:gd name="connsiteY41" fmla="*/ 376519 h 380840"/>
              <a:gd name="connsiteX42" fmla="*/ 43792 w 378531"/>
              <a:gd name="connsiteY42" fmla="*/ 376519 h 380840"/>
              <a:gd name="connsiteX43" fmla="*/ 4321 w 378531"/>
              <a:gd name="connsiteY43" fmla="*/ 337048 h 380840"/>
              <a:gd name="connsiteX44" fmla="*/ 4321 w 378531"/>
              <a:gd name="connsiteY44" fmla="*/ 316182 h 380840"/>
              <a:gd name="connsiteX45" fmla="*/ 137611 w 378531"/>
              <a:gd name="connsiteY45" fmla="*/ 182892 h 380840"/>
              <a:gd name="connsiteX46" fmla="*/ 119669 w 378531"/>
              <a:gd name="connsiteY46" fmla="*/ 164955 h 380840"/>
              <a:gd name="connsiteX47" fmla="*/ 117520 w 378531"/>
              <a:gd name="connsiteY47" fmla="*/ 167108 h 380840"/>
              <a:gd name="connsiteX48" fmla="*/ 96650 w 378531"/>
              <a:gd name="connsiteY48" fmla="*/ 167108 h 380840"/>
              <a:gd name="connsiteX49" fmla="*/ 57524 w 378531"/>
              <a:gd name="connsiteY49" fmla="*/ 127978 h 380840"/>
              <a:gd name="connsiteX50" fmla="*/ 57524 w 378531"/>
              <a:gd name="connsiteY50" fmla="*/ 107112 h 380840"/>
              <a:gd name="connsiteX51" fmla="*/ 160317 w 378531"/>
              <a:gd name="connsiteY51" fmla="*/ 4320 h 380840"/>
              <a:gd name="connsiteX52" fmla="*/ 170749 w 378531"/>
              <a:gd name="connsiteY52" fmla="*/ 0 h 38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78531" h="380840">
                <a:moveTo>
                  <a:pt x="169595" y="351096"/>
                </a:moveTo>
                <a:lnTo>
                  <a:pt x="354042" y="351096"/>
                </a:lnTo>
                <a:cubicBezTo>
                  <a:pt x="362191" y="351096"/>
                  <a:pt x="368797" y="357704"/>
                  <a:pt x="368797" y="365852"/>
                </a:cubicBezTo>
                <a:cubicBezTo>
                  <a:pt x="368797" y="374002"/>
                  <a:pt x="362191" y="380609"/>
                  <a:pt x="354042" y="380609"/>
                </a:cubicBezTo>
                <a:lnTo>
                  <a:pt x="169595" y="380609"/>
                </a:lnTo>
                <a:cubicBezTo>
                  <a:pt x="161445" y="380609"/>
                  <a:pt x="154839" y="374002"/>
                  <a:pt x="154839" y="365852"/>
                </a:cubicBezTo>
                <a:cubicBezTo>
                  <a:pt x="154839" y="357704"/>
                  <a:pt x="161445" y="351096"/>
                  <a:pt x="169595" y="351096"/>
                </a:cubicBezTo>
                <a:close/>
                <a:moveTo>
                  <a:pt x="158477" y="203772"/>
                </a:moveTo>
                <a:lnTo>
                  <a:pt x="35621" y="326612"/>
                </a:lnTo>
                <a:lnTo>
                  <a:pt x="54241" y="345214"/>
                </a:lnTo>
                <a:lnTo>
                  <a:pt x="177069" y="222364"/>
                </a:lnTo>
                <a:close/>
                <a:moveTo>
                  <a:pt x="324649" y="189523"/>
                </a:moveTo>
                <a:lnTo>
                  <a:pt x="242732" y="271445"/>
                </a:lnTo>
                <a:lnTo>
                  <a:pt x="260993" y="289705"/>
                </a:lnTo>
                <a:lnTo>
                  <a:pt x="342910" y="207783"/>
                </a:lnTo>
                <a:close/>
                <a:moveTo>
                  <a:pt x="197289" y="87335"/>
                </a:moveTo>
                <a:lnTo>
                  <a:pt x="140539" y="144084"/>
                </a:lnTo>
                <a:lnTo>
                  <a:pt x="188306" y="191856"/>
                </a:lnTo>
                <a:lnTo>
                  <a:pt x="208384" y="211933"/>
                </a:lnTo>
                <a:lnTo>
                  <a:pt x="234446" y="237991"/>
                </a:lnTo>
                <a:lnTo>
                  <a:pt x="291196" y="181241"/>
                </a:lnTo>
                <a:close/>
                <a:moveTo>
                  <a:pt x="170748" y="35621"/>
                </a:moveTo>
                <a:lnTo>
                  <a:pt x="88825" y="117543"/>
                </a:lnTo>
                <a:lnTo>
                  <a:pt x="107085" y="135803"/>
                </a:lnTo>
                <a:lnTo>
                  <a:pt x="189008" y="53881"/>
                </a:lnTo>
                <a:close/>
                <a:moveTo>
                  <a:pt x="170749" y="0"/>
                </a:moveTo>
                <a:cubicBezTo>
                  <a:pt x="174525" y="0"/>
                  <a:pt x="178301" y="1440"/>
                  <a:pt x="181182" y="4320"/>
                </a:cubicBezTo>
                <a:lnTo>
                  <a:pt x="220308" y="43446"/>
                </a:lnTo>
                <a:cubicBezTo>
                  <a:pt x="226072" y="49208"/>
                  <a:pt x="226072" y="58553"/>
                  <a:pt x="220308" y="64316"/>
                </a:cubicBezTo>
                <a:lnTo>
                  <a:pt x="218155" y="66470"/>
                </a:lnTo>
                <a:lnTo>
                  <a:pt x="312061" y="160371"/>
                </a:lnTo>
                <a:lnTo>
                  <a:pt x="314215" y="158217"/>
                </a:lnTo>
                <a:cubicBezTo>
                  <a:pt x="319977" y="152457"/>
                  <a:pt x="329318" y="152457"/>
                  <a:pt x="335080" y="158217"/>
                </a:cubicBezTo>
                <a:lnTo>
                  <a:pt x="374210" y="197348"/>
                </a:lnTo>
                <a:cubicBezTo>
                  <a:pt x="379972" y="203110"/>
                  <a:pt x="379972" y="212451"/>
                  <a:pt x="374210" y="218214"/>
                </a:cubicBezTo>
                <a:lnTo>
                  <a:pt x="271419" y="321005"/>
                </a:lnTo>
                <a:cubicBezTo>
                  <a:pt x="265655" y="326769"/>
                  <a:pt x="256310" y="326769"/>
                  <a:pt x="250548" y="321005"/>
                </a:cubicBezTo>
                <a:lnTo>
                  <a:pt x="211422" y="281880"/>
                </a:lnTo>
                <a:cubicBezTo>
                  <a:pt x="205659" y="276117"/>
                  <a:pt x="205659" y="266772"/>
                  <a:pt x="211422" y="261010"/>
                </a:cubicBezTo>
                <a:lnTo>
                  <a:pt x="213576" y="258857"/>
                </a:lnTo>
                <a:lnTo>
                  <a:pt x="197949" y="243229"/>
                </a:lnTo>
                <a:lnTo>
                  <a:pt x="64658" y="376519"/>
                </a:lnTo>
                <a:cubicBezTo>
                  <a:pt x="58895" y="382281"/>
                  <a:pt x="49555" y="382281"/>
                  <a:pt x="43792" y="376519"/>
                </a:cubicBezTo>
                <a:lnTo>
                  <a:pt x="4321" y="337048"/>
                </a:lnTo>
                <a:cubicBezTo>
                  <a:pt x="-1441" y="331286"/>
                  <a:pt x="-1441" y="321944"/>
                  <a:pt x="4321" y="316182"/>
                </a:cubicBezTo>
                <a:lnTo>
                  <a:pt x="137611" y="182892"/>
                </a:lnTo>
                <a:lnTo>
                  <a:pt x="119669" y="164955"/>
                </a:lnTo>
                <a:lnTo>
                  <a:pt x="117520" y="167108"/>
                </a:lnTo>
                <a:cubicBezTo>
                  <a:pt x="111757" y="172872"/>
                  <a:pt x="102412" y="172872"/>
                  <a:pt x="96650" y="167108"/>
                </a:cubicBezTo>
                <a:lnTo>
                  <a:pt x="57524" y="127978"/>
                </a:lnTo>
                <a:cubicBezTo>
                  <a:pt x="51764" y="122215"/>
                  <a:pt x="51764" y="112875"/>
                  <a:pt x="57524" y="107112"/>
                </a:cubicBezTo>
                <a:lnTo>
                  <a:pt x="160317" y="4320"/>
                </a:lnTo>
                <a:cubicBezTo>
                  <a:pt x="163198" y="1440"/>
                  <a:pt x="166974" y="0"/>
                  <a:pt x="170749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51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矩形 67"/>
          <p:cNvSpPr/>
          <p:nvPr>
            <p:custDataLst>
              <p:tags r:id="rId14"/>
            </p:custDataLst>
          </p:nvPr>
        </p:nvSpPr>
        <p:spPr>
          <a:xfrm>
            <a:off x="760182" y="2162247"/>
            <a:ext cx="2775155" cy="1128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✓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Farmers &amp; Farm Managers - Optimize crop selection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2" name="矩形 68"/>
          <p:cNvSpPr/>
          <p:nvPr>
            <p:custDataLst>
              <p:tags r:id="rId15"/>
            </p:custDataLst>
          </p:nvPr>
        </p:nvSpPr>
        <p:spPr>
          <a:xfrm>
            <a:off x="760182" y="5115285"/>
            <a:ext cx="2775155" cy="1128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✓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Climate Scientists - Study seasonal patterns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3" name="矩形 69"/>
          <p:cNvSpPr/>
          <p:nvPr>
            <p:custDataLst>
              <p:tags r:id="rId16"/>
            </p:custDataLst>
          </p:nvPr>
        </p:nvSpPr>
        <p:spPr>
          <a:xfrm>
            <a:off x="760182" y="3638766"/>
            <a:ext cx="2775155" cy="1128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✓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Policy Makers - Support evidence-based agricultural policy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4" name="矩形 70"/>
          <p:cNvSpPr/>
          <p:nvPr>
            <p:custDataLst>
              <p:tags r:id="rId17"/>
            </p:custDataLst>
          </p:nvPr>
        </p:nvSpPr>
        <p:spPr>
          <a:xfrm>
            <a:off x="8657142" y="2900820"/>
            <a:ext cx="2775155" cy="1128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✓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Agricultural Economists - Understand profitability patterns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5" name="矩形 71"/>
          <p:cNvSpPr/>
          <p:nvPr>
            <p:custDataLst>
              <p:tags r:id="rId18"/>
            </p:custDataLst>
          </p:nvPr>
        </p:nvSpPr>
        <p:spPr>
          <a:xfrm>
            <a:off x="8657142" y="4377340"/>
            <a:ext cx="2775155" cy="1128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✓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Research Institutions - Identify research opportunities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cxnSp>
        <p:nvCxnSpPr>
          <p:cNvPr id="76" name="直接连接符 72"/>
          <p:cNvCxnSpPr/>
          <p:nvPr>
            <p:custDataLst>
              <p:tags r:id="rId19"/>
            </p:custDataLst>
          </p:nvPr>
        </p:nvCxnSpPr>
        <p:spPr>
          <a:xfrm>
            <a:off x="3535486" y="2726225"/>
            <a:ext cx="1956952" cy="181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3"/>
          <p:cNvCxnSpPr/>
          <p:nvPr>
            <p:custDataLst>
              <p:tags r:id="rId20"/>
            </p:custDataLst>
          </p:nvPr>
        </p:nvCxnSpPr>
        <p:spPr>
          <a:xfrm>
            <a:off x="3535486" y="4202745"/>
            <a:ext cx="612950" cy="0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4"/>
          <p:cNvCxnSpPr/>
          <p:nvPr>
            <p:custDataLst>
              <p:tags r:id="rId21"/>
            </p:custDataLst>
          </p:nvPr>
        </p:nvCxnSpPr>
        <p:spPr>
          <a:xfrm>
            <a:off x="3535486" y="5679892"/>
            <a:ext cx="1097259" cy="0"/>
          </a:xfrm>
          <a:prstGeom prst="line">
            <a:avLst/>
          </a:prstGeom>
          <a:ln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5"/>
          <p:cNvCxnSpPr/>
          <p:nvPr>
            <p:custDataLst>
              <p:tags r:id="rId22"/>
            </p:custDataLst>
          </p:nvPr>
        </p:nvCxnSpPr>
        <p:spPr>
          <a:xfrm flipH="1">
            <a:off x="7983257" y="3466683"/>
            <a:ext cx="560308" cy="0"/>
          </a:xfrm>
          <a:prstGeom prst="line">
            <a:avLst/>
          </a:prstGeom>
          <a:ln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6"/>
          <p:cNvCxnSpPr/>
          <p:nvPr>
            <p:custDataLst>
              <p:tags r:id="rId23"/>
            </p:custDataLst>
          </p:nvPr>
        </p:nvCxnSpPr>
        <p:spPr>
          <a:xfrm flipH="1">
            <a:off x="7041198" y="4936294"/>
            <a:ext cx="1502368" cy="0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任意多边形 1"/>
          <p:cNvSpPr/>
          <p:nvPr>
            <p:custDataLst>
              <p:tags r:id="rId3"/>
            </p:custDataLst>
          </p:nvPr>
        </p:nvSpPr>
        <p:spPr>
          <a:xfrm rot="10800000">
            <a:off x="5711508" y="4533266"/>
            <a:ext cx="386080" cy="772160"/>
          </a:xfrm>
          <a:custGeom>
            <a:avLst/>
            <a:gdLst>
              <a:gd name="connsiteX0" fmla="*/ 0 w 2239"/>
              <a:gd name="connsiteY0" fmla="*/ 3898 h 4483"/>
              <a:gd name="connsiteX1" fmla="*/ 0 w 2239"/>
              <a:gd name="connsiteY1" fmla="*/ 0 h 4483"/>
              <a:gd name="connsiteX2" fmla="*/ 2239 w 2239"/>
              <a:gd name="connsiteY2" fmla="*/ 4483 h 4483"/>
              <a:gd name="connsiteX3" fmla="*/ 0 w 2239"/>
              <a:gd name="connsiteY3" fmla="*/ 3898 h 4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" h="4483">
                <a:moveTo>
                  <a:pt x="0" y="3898"/>
                </a:moveTo>
                <a:lnTo>
                  <a:pt x="0" y="0"/>
                </a:lnTo>
                <a:lnTo>
                  <a:pt x="2239" y="4483"/>
                </a:lnTo>
                <a:lnTo>
                  <a:pt x="0" y="3898"/>
                </a:lnTo>
                <a:close/>
              </a:path>
            </a:pathLst>
          </a:custGeom>
          <a:gradFill>
            <a:gsLst>
              <a:gs pos="7000">
                <a:srgbClr val="376FFF">
                  <a:lumMod val="91000"/>
                  <a:lumOff val="9000"/>
                </a:srgbClr>
              </a:gs>
              <a:gs pos="100000">
                <a:srgbClr val="376FFF">
                  <a:lumMod val="40000"/>
                  <a:lumOff val="60000"/>
                  <a:alpha val="0"/>
                </a:srgbClr>
              </a:gs>
            </a:gsLst>
            <a:lin ang="17700000"/>
          </a:gradFill>
          <a:ln w="6350" cap="flat" cmpd="sng" algn="ctr">
            <a:gradFill>
              <a:gsLst>
                <a:gs pos="0">
                  <a:srgbClr val="FFFFFF"/>
                </a:gs>
                <a:gs pos="43000">
                  <a:srgbClr val="FFFFFF">
                    <a:alpha val="0"/>
                  </a:srgbClr>
                </a:gs>
              </a:gsLst>
              <a:lin ang="1968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 rot="10800000" flipH="1">
            <a:off x="6095683" y="4533266"/>
            <a:ext cx="386080" cy="772160"/>
          </a:xfrm>
          <a:custGeom>
            <a:avLst/>
            <a:gdLst>
              <a:gd name="connsiteX0" fmla="*/ 0 w 2239"/>
              <a:gd name="connsiteY0" fmla="*/ 3898 h 4483"/>
              <a:gd name="connsiteX1" fmla="*/ 0 w 2239"/>
              <a:gd name="connsiteY1" fmla="*/ 0 h 4483"/>
              <a:gd name="connsiteX2" fmla="*/ 2239 w 2239"/>
              <a:gd name="connsiteY2" fmla="*/ 4483 h 4483"/>
              <a:gd name="connsiteX3" fmla="*/ 0 w 2239"/>
              <a:gd name="connsiteY3" fmla="*/ 3898 h 4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" h="4483">
                <a:moveTo>
                  <a:pt x="0" y="3898"/>
                </a:moveTo>
                <a:lnTo>
                  <a:pt x="0" y="0"/>
                </a:lnTo>
                <a:lnTo>
                  <a:pt x="2239" y="4483"/>
                </a:lnTo>
                <a:lnTo>
                  <a:pt x="0" y="3898"/>
                </a:lnTo>
                <a:close/>
              </a:path>
            </a:pathLst>
          </a:custGeom>
          <a:gradFill>
            <a:gsLst>
              <a:gs pos="7000">
                <a:srgbClr val="376FFF"/>
              </a:gs>
              <a:gs pos="100000">
                <a:srgbClr val="376FFF">
                  <a:lumMod val="40000"/>
                  <a:lumOff val="60000"/>
                  <a:alpha val="0"/>
                </a:srgbClr>
              </a:gs>
            </a:gsLst>
            <a:lin ang="19200000"/>
          </a:gradFill>
          <a:ln w="6350" cap="flat" cmpd="sng" algn="ctr">
            <a:gradFill>
              <a:gsLst>
                <a:gs pos="0">
                  <a:srgbClr val="FFFFFF"/>
                </a:gs>
                <a:gs pos="54000">
                  <a:srgbClr val="FFFFFF">
                    <a:alpha val="0"/>
                  </a:srgbClr>
                </a:gs>
              </a:gsLst>
              <a:lin ang="1812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流程图: 决策 6"/>
          <p:cNvSpPr/>
          <p:nvPr>
            <p:custDataLst>
              <p:tags r:id="rId5"/>
            </p:custDataLst>
          </p:nvPr>
        </p:nvSpPr>
        <p:spPr>
          <a:xfrm>
            <a:off x="5711508" y="4432936"/>
            <a:ext cx="770255" cy="201295"/>
          </a:xfrm>
          <a:prstGeom prst="flowChartDecision">
            <a:avLst/>
          </a:prstGeom>
          <a:gradFill>
            <a:gsLst>
              <a:gs pos="9000">
                <a:srgbClr val="376FFF">
                  <a:lumMod val="95000"/>
                </a:srgbClr>
              </a:gs>
              <a:gs pos="100000">
                <a:srgbClr val="376FFF">
                  <a:lumMod val="60000"/>
                  <a:lumOff val="40000"/>
                  <a:alpha val="100000"/>
                </a:srgbClr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任意多边形 2"/>
          <p:cNvSpPr/>
          <p:nvPr>
            <p:custDataLst>
              <p:tags r:id="rId6"/>
            </p:custDataLst>
          </p:nvPr>
        </p:nvSpPr>
        <p:spPr>
          <a:xfrm rot="10800000">
            <a:off x="4732973" y="3293746"/>
            <a:ext cx="1368081" cy="2739823"/>
          </a:xfrm>
          <a:custGeom>
            <a:avLst/>
            <a:gdLst>
              <a:gd name="connsiteX0" fmla="*/ 0 w 2239"/>
              <a:gd name="connsiteY0" fmla="*/ 3898 h 4483"/>
              <a:gd name="connsiteX1" fmla="*/ 0 w 2239"/>
              <a:gd name="connsiteY1" fmla="*/ 0 h 4483"/>
              <a:gd name="connsiteX2" fmla="*/ 2239 w 2239"/>
              <a:gd name="connsiteY2" fmla="*/ 4483 h 4483"/>
              <a:gd name="connsiteX3" fmla="*/ 0 w 2239"/>
              <a:gd name="connsiteY3" fmla="*/ 3898 h 4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" h="4483">
                <a:moveTo>
                  <a:pt x="0" y="3898"/>
                </a:moveTo>
                <a:lnTo>
                  <a:pt x="0" y="0"/>
                </a:lnTo>
                <a:lnTo>
                  <a:pt x="2239" y="4483"/>
                </a:lnTo>
                <a:lnTo>
                  <a:pt x="0" y="3898"/>
                </a:lnTo>
                <a:close/>
              </a:path>
            </a:pathLst>
          </a:custGeom>
          <a:gradFill>
            <a:gsLst>
              <a:gs pos="7000">
                <a:srgbClr val="376FFF">
                  <a:lumMod val="91000"/>
                  <a:lumOff val="9000"/>
                </a:srgbClr>
              </a:gs>
              <a:gs pos="100000">
                <a:srgbClr val="376FFF">
                  <a:lumMod val="40000"/>
                  <a:lumOff val="60000"/>
                  <a:alpha val="0"/>
                </a:srgbClr>
              </a:gs>
            </a:gsLst>
            <a:lin ang="17700000"/>
          </a:gradFill>
          <a:ln w="15875" cap="flat" cmpd="sng" algn="ctr">
            <a:gradFill>
              <a:gsLst>
                <a:gs pos="0">
                  <a:srgbClr val="376FFF">
                    <a:lumMod val="5000"/>
                    <a:lumOff val="95000"/>
                  </a:srgbClr>
                </a:gs>
                <a:gs pos="43000">
                  <a:srgbClr val="FFFFFF">
                    <a:alpha val="0"/>
                  </a:srgbClr>
                </a:gs>
              </a:gsLst>
              <a:lin ang="1968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任意多边形 3"/>
          <p:cNvSpPr/>
          <p:nvPr>
            <p:custDataLst>
              <p:tags r:id="rId7"/>
            </p:custDataLst>
          </p:nvPr>
        </p:nvSpPr>
        <p:spPr>
          <a:xfrm rot="10800000" flipH="1">
            <a:off x="6095683" y="3293746"/>
            <a:ext cx="1368081" cy="2739823"/>
          </a:xfrm>
          <a:custGeom>
            <a:avLst/>
            <a:gdLst>
              <a:gd name="connsiteX0" fmla="*/ 0 w 2239"/>
              <a:gd name="connsiteY0" fmla="*/ 3898 h 4483"/>
              <a:gd name="connsiteX1" fmla="*/ 0 w 2239"/>
              <a:gd name="connsiteY1" fmla="*/ 0 h 4483"/>
              <a:gd name="connsiteX2" fmla="*/ 2239 w 2239"/>
              <a:gd name="connsiteY2" fmla="*/ 4483 h 4483"/>
              <a:gd name="connsiteX3" fmla="*/ 0 w 2239"/>
              <a:gd name="connsiteY3" fmla="*/ 3898 h 4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" h="4483">
                <a:moveTo>
                  <a:pt x="0" y="3898"/>
                </a:moveTo>
                <a:lnTo>
                  <a:pt x="0" y="0"/>
                </a:lnTo>
                <a:lnTo>
                  <a:pt x="2239" y="4483"/>
                </a:lnTo>
                <a:lnTo>
                  <a:pt x="0" y="3898"/>
                </a:lnTo>
                <a:close/>
              </a:path>
            </a:pathLst>
          </a:custGeom>
          <a:gradFill>
            <a:gsLst>
              <a:gs pos="7000">
                <a:srgbClr val="376FFF"/>
              </a:gs>
              <a:gs pos="100000">
                <a:srgbClr val="376FFF">
                  <a:lumMod val="40000"/>
                  <a:lumOff val="60000"/>
                  <a:alpha val="0"/>
                </a:srgbClr>
              </a:gs>
            </a:gsLst>
            <a:lin ang="19200000"/>
          </a:gradFill>
          <a:ln w="15875" cap="flat" cmpd="sng" algn="ctr">
            <a:gradFill>
              <a:gsLst>
                <a:gs pos="0">
                  <a:srgbClr val="FFFFFF"/>
                </a:gs>
                <a:gs pos="54000">
                  <a:srgbClr val="FFFFFF">
                    <a:alpha val="0"/>
                  </a:srgbClr>
                </a:gs>
              </a:gsLst>
              <a:lin ang="18120000" scaled="0"/>
            </a:gra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平行四边形 31"/>
          <p:cNvSpPr/>
          <p:nvPr>
            <p:custDataLst>
              <p:tags r:id="rId8"/>
            </p:custDataLst>
          </p:nvPr>
        </p:nvSpPr>
        <p:spPr>
          <a:xfrm>
            <a:off x="6460173" y="4764406"/>
            <a:ext cx="3980180" cy="530860"/>
          </a:xfrm>
          <a:prstGeom prst="parallelogram">
            <a:avLst>
              <a:gd name="adj" fmla="val 49621"/>
            </a:avLst>
          </a:prstGeom>
          <a:gradFill>
            <a:gsLst>
              <a:gs pos="100000">
                <a:srgbClr val="376FFF">
                  <a:alpha val="20000"/>
                </a:srgbClr>
              </a:gs>
              <a:gs pos="0">
                <a:srgbClr val="376FFF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lIns="0" tIns="0" rIns="0" bIns="71755" numCol="1" spcCol="0" rtlCol="0" fromWordArt="0" anchor="ctr" anchorCtr="0" forceAA="0" compatLnSpc="1">
            <a:normAutofit/>
          </a:bodyPr>
          <a:p>
            <a:pPr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Data Format: CSV</a:t>
            </a:r>
            <a:endParaRPr lang="en-US" sz="14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33" name="平行四边形 32"/>
          <p:cNvSpPr/>
          <p:nvPr>
            <p:custDataLst>
              <p:tags r:id="rId9"/>
            </p:custDataLst>
          </p:nvPr>
        </p:nvSpPr>
        <p:spPr>
          <a:xfrm>
            <a:off x="10128568" y="4764406"/>
            <a:ext cx="441325" cy="530860"/>
          </a:xfrm>
          <a:prstGeom prst="parallelogram">
            <a:avLst>
              <a:gd name="adj" fmla="val 66328"/>
            </a:avLst>
          </a:prstGeom>
          <a:solidFill>
            <a:srgbClr val="376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平行四边形 34"/>
          <p:cNvSpPr/>
          <p:nvPr>
            <p:custDataLst>
              <p:tags r:id="rId10"/>
            </p:custDataLst>
          </p:nvPr>
        </p:nvSpPr>
        <p:spPr>
          <a:xfrm>
            <a:off x="6838633" y="4002406"/>
            <a:ext cx="3980180" cy="530860"/>
          </a:xfrm>
          <a:prstGeom prst="parallelogram">
            <a:avLst>
              <a:gd name="adj" fmla="val 49621"/>
            </a:avLst>
          </a:prstGeom>
          <a:gradFill>
            <a:gsLst>
              <a:gs pos="100000">
                <a:srgbClr val="376FFF">
                  <a:alpha val="20000"/>
                </a:srgbClr>
              </a:gs>
              <a:gs pos="0">
                <a:srgbClr val="376FFF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lIns="0" tIns="0" rIns="0" bIns="71755" numCol="1" spcCol="0" rtlCol="0" fromWordArt="0" anchor="ctr" anchorCtr="0" forceAA="0" compatLnSpc="1">
            <a:normAutofit/>
          </a:bodyPr>
          <a:p>
            <a:pPr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Tools: Jupyter Notebook, GitHub</a:t>
            </a:r>
            <a:endParaRPr lang="en-US" sz="14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36" name="平行四边形 35"/>
          <p:cNvSpPr/>
          <p:nvPr>
            <p:custDataLst>
              <p:tags r:id="rId11"/>
            </p:custDataLst>
          </p:nvPr>
        </p:nvSpPr>
        <p:spPr>
          <a:xfrm>
            <a:off x="10507028" y="4002406"/>
            <a:ext cx="441325" cy="530860"/>
          </a:xfrm>
          <a:prstGeom prst="parallelogram">
            <a:avLst>
              <a:gd name="adj" fmla="val 66328"/>
            </a:avLst>
          </a:prstGeom>
          <a:solidFill>
            <a:srgbClr val="376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>
            <p:custDataLst>
              <p:tags r:id="rId12"/>
            </p:custDataLst>
          </p:nvPr>
        </p:nvSpPr>
        <p:spPr>
          <a:xfrm>
            <a:off x="5486083" y="6054726"/>
            <a:ext cx="1226934" cy="220017"/>
          </a:xfrm>
          <a:prstGeom prst="ellipse">
            <a:avLst/>
          </a:prstGeom>
          <a:solidFill>
            <a:srgbClr val="376FFF">
              <a:lumMod val="60000"/>
              <a:lumOff val="40000"/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57150"/>
          </a:effectLst>
        </p:spPr>
        <p:txBody>
          <a:bodyPr rtlCol="0" anchor="ctr"/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流程图: 决策 5"/>
          <p:cNvSpPr/>
          <p:nvPr>
            <p:custDataLst>
              <p:tags r:id="rId13"/>
            </p:custDataLst>
          </p:nvPr>
        </p:nvSpPr>
        <p:spPr>
          <a:xfrm>
            <a:off x="4732973" y="2937511"/>
            <a:ext cx="2730662" cy="713833"/>
          </a:xfrm>
          <a:prstGeom prst="flowChartDecision">
            <a:avLst/>
          </a:prstGeom>
          <a:gradFill>
            <a:gsLst>
              <a:gs pos="9000">
                <a:srgbClr val="376FFF">
                  <a:lumMod val="95000"/>
                </a:srgbClr>
              </a:gs>
              <a:gs pos="100000">
                <a:srgbClr val="376FFF">
                  <a:lumMod val="60000"/>
                  <a:lumOff val="40000"/>
                  <a:alpha val="100000"/>
                </a:srgbClr>
              </a:gs>
            </a:gsLst>
            <a:lin ang="16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 lnSpcReduction="10000"/>
          </a:bodyPr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椭圆 15"/>
          <p:cNvSpPr/>
          <p:nvPr>
            <p:custDataLst>
              <p:tags r:id="rId14"/>
            </p:custDataLst>
          </p:nvPr>
        </p:nvSpPr>
        <p:spPr>
          <a:xfrm rot="720000">
            <a:off x="4362133" y="3942081"/>
            <a:ext cx="3438837" cy="1009634"/>
          </a:xfrm>
          <a:prstGeom prst="ellipse">
            <a:avLst/>
          </a:prstGeom>
          <a:noFill/>
          <a:ln w="9525" cap="flat" cmpd="sng" algn="ctr">
            <a:gradFill>
              <a:gsLst>
                <a:gs pos="81000">
                  <a:srgbClr val="376FFF">
                    <a:alpha val="0"/>
                  </a:srgbClr>
                </a:gs>
                <a:gs pos="0">
                  <a:srgbClr val="376FFF">
                    <a:lumMod val="60000"/>
                    <a:lumOff val="40000"/>
                  </a:srgbClr>
                </a:gs>
              </a:gsLst>
              <a:lin ang="16140000" scaled="0"/>
            </a:gra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76FFF"/>
                </a:solidFill>
              </a14:hiddenFill>
            </a:ext>
          </a:extLst>
        </p:spPr>
        <p:txBody>
          <a:bodyPr rtlCol="0" anchor="ctr"/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椭圆 20"/>
          <p:cNvSpPr/>
          <p:nvPr>
            <p:custDataLst>
              <p:tags r:id="rId15"/>
            </p:custDataLst>
          </p:nvPr>
        </p:nvSpPr>
        <p:spPr>
          <a:xfrm rot="20640000" flipV="1">
            <a:off x="4402773" y="3940811"/>
            <a:ext cx="3438837" cy="1009634"/>
          </a:xfrm>
          <a:prstGeom prst="ellipse">
            <a:avLst/>
          </a:prstGeom>
          <a:noFill/>
          <a:ln w="9525" cap="flat" cmpd="sng" algn="ctr">
            <a:gradFill>
              <a:gsLst>
                <a:gs pos="19000">
                  <a:srgbClr val="376FFF">
                    <a:alpha val="0"/>
                  </a:srgbClr>
                </a:gs>
                <a:gs pos="100000">
                  <a:srgbClr val="376FFF">
                    <a:lumMod val="60000"/>
                    <a:lumOff val="40000"/>
                  </a:srgbClr>
                </a:gs>
              </a:gsLst>
              <a:lin ang="16200000" scaled="0"/>
            </a:gra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76FFF"/>
                </a:solidFill>
              </a14:hiddenFill>
            </a:ext>
          </a:extLst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椭圆 25"/>
          <p:cNvSpPr/>
          <p:nvPr>
            <p:custDataLst>
              <p:tags r:id="rId16"/>
            </p:custDataLst>
          </p:nvPr>
        </p:nvSpPr>
        <p:spPr>
          <a:xfrm>
            <a:off x="5856288" y="6099176"/>
            <a:ext cx="486374" cy="129566"/>
          </a:xfrm>
          <a:prstGeom prst="ellipse">
            <a:avLst/>
          </a:prstGeom>
          <a:solidFill>
            <a:srgbClr val="376FFF">
              <a:lumMod val="50000"/>
              <a:lumOff val="50000"/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44450"/>
          </a:effectLst>
        </p:spPr>
        <p:txBody>
          <a:bodyPr rtlCol="0" anchor="ctr"/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平行四边形 21"/>
          <p:cNvSpPr/>
          <p:nvPr>
            <p:custDataLst>
              <p:tags r:id="rId17"/>
            </p:custDataLst>
          </p:nvPr>
        </p:nvSpPr>
        <p:spPr>
          <a:xfrm flipH="1">
            <a:off x="1748473" y="4750436"/>
            <a:ext cx="3980180" cy="530860"/>
          </a:xfrm>
          <a:prstGeom prst="parallelogram">
            <a:avLst>
              <a:gd name="adj" fmla="val 49621"/>
            </a:avLst>
          </a:prstGeom>
          <a:gradFill>
            <a:gsLst>
              <a:gs pos="100000">
                <a:srgbClr val="376FFF">
                  <a:alpha val="0"/>
                </a:srgbClr>
              </a:gs>
              <a:gs pos="0">
                <a:srgbClr val="376FFF">
                  <a:alpha val="2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lIns="0" tIns="0" rIns="0" bIns="71755" numCol="1" spcCol="0" rtlCol="0" fromWordArt="0" anchor="ctr" anchorCtr="0" forceAA="0" compatLnSpc="1">
            <a:normAutofit fontScale="60000"/>
          </a:bodyPr>
          <a:p>
            <a:pPr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Analysis: Descriptive Statistics, Correlation Analysis, Comparative Analysis, Data Visualization</a:t>
            </a:r>
            <a:endParaRPr lang="en-US" sz="14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23" name="平行四边形 22"/>
          <p:cNvSpPr/>
          <p:nvPr>
            <p:custDataLst>
              <p:tags r:id="rId18"/>
            </p:custDataLst>
          </p:nvPr>
        </p:nvSpPr>
        <p:spPr>
          <a:xfrm flipH="1">
            <a:off x="1618933" y="4750436"/>
            <a:ext cx="441325" cy="530860"/>
          </a:xfrm>
          <a:prstGeom prst="parallelogram">
            <a:avLst>
              <a:gd name="adj" fmla="val 66328"/>
            </a:avLst>
          </a:prstGeom>
          <a:solidFill>
            <a:srgbClr val="376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平行四边形 17"/>
          <p:cNvSpPr/>
          <p:nvPr>
            <p:custDataLst>
              <p:tags r:id="rId19"/>
            </p:custDataLst>
          </p:nvPr>
        </p:nvSpPr>
        <p:spPr>
          <a:xfrm flipH="1">
            <a:off x="1373823" y="4002406"/>
            <a:ext cx="3980180" cy="530860"/>
          </a:xfrm>
          <a:prstGeom prst="parallelogram">
            <a:avLst>
              <a:gd name="adj" fmla="val 49621"/>
            </a:avLst>
          </a:prstGeom>
          <a:gradFill>
            <a:gsLst>
              <a:gs pos="100000">
                <a:srgbClr val="376FFF">
                  <a:alpha val="0"/>
                </a:srgbClr>
              </a:gs>
              <a:gs pos="0">
                <a:srgbClr val="376FFF">
                  <a:alpha val="2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lIns="0" tIns="0" rIns="0" bIns="71755" numCol="1" spcCol="0" rtlCol="0" fromWordArt="0" anchor="ctr" anchorCtr="0" forceAA="0" compatLnSpc="1">
            <a:normAutofit fontScale="80000"/>
          </a:bodyPr>
          <a:p>
            <a:pPr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sym typeface="Microsoft YaHei" panose="020B0503020204020204" charset="-122"/>
              </a:rPr>
              <a:t>Libraries: Pandas, NumPy, Matplotlib, Seaborn</a:t>
            </a:r>
            <a:endParaRPr lang="en-US" sz="1400" dirty="0">
              <a:solidFill>
                <a:srgbClr val="000000">
                  <a:lumMod val="85000"/>
                  <a:lumOff val="15000"/>
                </a:srgbClr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19" name="平行四边形 18"/>
          <p:cNvSpPr/>
          <p:nvPr>
            <p:custDataLst>
              <p:tags r:id="rId20"/>
            </p:custDataLst>
          </p:nvPr>
        </p:nvSpPr>
        <p:spPr>
          <a:xfrm flipH="1">
            <a:off x="1244283" y="4002406"/>
            <a:ext cx="441325" cy="530860"/>
          </a:xfrm>
          <a:prstGeom prst="parallelogram">
            <a:avLst>
              <a:gd name="adj" fmla="val 66328"/>
            </a:avLst>
          </a:prstGeom>
          <a:solidFill>
            <a:srgbClr val="376FFF"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/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矩形 7"/>
          <p:cNvSpPr/>
          <p:nvPr>
            <p:custDataLst>
              <p:tags r:id="rId21"/>
            </p:custDataLst>
          </p:nvPr>
        </p:nvSpPr>
        <p:spPr>
          <a:xfrm>
            <a:off x="4595813" y="2072640"/>
            <a:ext cx="2994025" cy="918845"/>
          </a:xfrm>
          <a:prstGeom prst="rect">
            <a:avLst/>
          </a:prstGeom>
          <a:noFill/>
          <a:effectLst>
            <a:reflection blurRad="6350" stA="50000" endA="300" endPos="55500" dist="101600" dir="5400000" sy="-100000" algn="bl" rotWithShape="0"/>
          </a:effectLst>
        </p:spPr>
        <p:txBody>
          <a:bodyPr wrap="square" lIns="575945" tIns="45720" rIns="575945" bIns="45720" rtlCol="0" anchor="b" anchorCtr="0">
            <a:normAutofit/>
          </a:bodyPr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376FFF"/>
                </a:solidFill>
                <a:latin typeface="Arial" panose="020B0604020202020204" pitchFamily="34" charset="0"/>
              </a:rPr>
              <a:t>Languages: Python 3.x</a:t>
            </a:r>
            <a:endParaRPr lang="en-US" sz="2000" b="1">
              <a:solidFill>
                <a:srgbClr val="376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200" b="1"/>
            </a:pPr>
            <a:r>
              <a:t>FINDING 1: Seasonal Performance Variation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65760" y="1371600"/>
            <a:ext cx="4114800" cy="4389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400" b="1">
                <a:solidFill>
                  <a:srgbClr val="1A5276"/>
                </a:solidFill>
              </a:defRPr>
            </a:pPr>
            <a:r>
              <a:t>KEY METRICS &amp; INSIGHTS:</a:t>
            </a:r>
            <a:endParaRPr lang="en-GB" sz="2000" dirty="0"/>
          </a:p>
          <a:p>
            <a:pPr>
              <a:defRPr sz="1250" b="1">
                <a:solidFill>
                  <a:srgbClr val="27AE60"/>
                </a:solidFill>
              </a:defRPr>
            </a:pPr>
            <a:r>
              <a:t>Average Yield Performance:</a:t>
            </a:r>
          </a:p>
          <a:p>
            <a:pPr>
              <a:spcAft>
                <a:spcPts val="800"/>
              </a:spcAft>
              <a:defRPr sz="1150">
                <a:solidFill>
                  <a:srgbClr val="333333"/>
                </a:solidFill>
              </a:defRPr>
            </a:pPr>
            <a:r>
              <a:t>• Kharif: 5.67 T/Ha (Highest)</a:t>
            </a:r>
            <a:br/>
            <a:r>
              <a:t>• Rabi: 4.98 T/Ha</a:t>
            </a:r>
            <a:br/>
            <a:r>
              <a:t>• Zaid: 4.64 T/Ha (-18.2% drop)</a:t>
            </a:r>
          </a:p>
          <a:p>
            <a:pPr>
              <a:defRPr sz="1250" b="1">
                <a:solidFill>
                  <a:srgbClr val="27AE60"/>
                </a:solidFill>
              </a:defRPr>
            </a:pPr>
            <a:r>
              <a:t>Net Profitability (INR):</a:t>
            </a:r>
          </a:p>
          <a:p>
            <a:pPr>
              <a:spcAft>
                <a:spcPts val="800"/>
              </a:spcAft>
              <a:defRPr sz="1150">
                <a:solidFill>
                  <a:srgbClr val="333333"/>
                </a:solidFill>
              </a:defRPr>
            </a:pPr>
            <a:r>
              <a:t>• Kharif: +₹181.5K (Highly Profitable)</a:t>
            </a:r>
            <a:br/>
            <a:r>
              <a:t>• Rabi: +₹86.2K (Moderate)</a:t>
            </a:r>
            <a:br/>
            <a:r>
              <a:t>• Zaid: -₹26.6K (Net Loss)</a:t>
            </a:r>
          </a:p>
          <a:p>
            <a:pPr>
              <a:defRPr sz="1250" b="1">
                <a:solidFill>
                  <a:srgbClr val="27AE60"/>
                </a:solidFill>
              </a:defRPr>
            </a:pPr>
            <a:r>
              <a:t>Critical Insights:</a:t>
            </a:r>
          </a:p>
          <a:p>
            <a:pPr>
              <a:spcAft>
                <a:spcPts val="800"/>
              </a:spcAft>
              <a:defRPr sz="1150">
                <a:solidFill>
                  <a:srgbClr val="333333"/>
                </a:solidFill>
              </a:defRPr>
            </a:pPr>
            <a:r>
              <a:t>• Kharif yields 210% higher profit than Zaid.</a:t>
            </a:r>
            <a:br/>
            <a:r>
              <a:t>• Clear seasonal hierarchy: Kharif &gt; Rabi &gt;&gt; Zaid.</a:t>
            </a:r>
            <a:br/>
            <a:r>
              <a:t>• Zaid season requires targeted intervention to prevent systematic farm losses.</a:t>
            </a: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finding1_yield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6309360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200" b="1"/>
            </a:pPr>
            <a:r>
              <a:t>FINDING 2: Environmental Factors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65760" y="1371600"/>
            <a:ext cx="4114800" cy="4389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400" b="1">
                <a:solidFill>
                  <a:srgbClr val="1A5276"/>
                </a:solidFill>
              </a:defRPr>
            </a:pPr>
            <a:r>
              <a:t>ENVIRONMENTAL PARAMETERS:</a:t>
            </a:r>
            <a:endParaRPr lang="en-GB" sz="2000" dirty="0"/>
          </a:p>
          <a:p>
            <a:pPr>
              <a:defRPr sz="1200" b="1">
                <a:solidFill>
                  <a:srgbClr val="2980B9"/>
                </a:solidFill>
              </a:defRPr>
            </a:pPr>
            <a:r>
              <a:t>Precipitation Patterns: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Kharif: 850.7 mm (Monsoon abundance)</a:t>
            </a:r>
            <a:br/>
            <a:r>
              <a:t>• Rabi: 436.8 mm (Moderate)</a:t>
            </a:r>
            <a:br/>
            <a:r>
              <a:t>• Zaid: 299.1 mm (Severe water deficit)</a:t>
            </a:r>
          </a:p>
          <a:p>
            <a:pPr>
              <a:defRPr sz="1200" b="1">
                <a:solidFill>
                  <a:srgbClr val="2980B9"/>
                </a:solidFill>
              </a:defRPr>
            </a:pPr>
            <a:r>
              <a:t>Thermal Dynamics: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Kharif: 28.4°C (Warm &amp; humid)</a:t>
            </a:r>
            <a:br/>
            <a:r>
              <a:t>• Rabi: 23.5°C (Cool winter)</a:t>
            </a:r>
            <a:br/>
            <a:r>
              <a:t>• Zaid: 31.0°C (High thermal stress)</a:t>
            </a:r>
          </a:p>
          <a:p>
            <a:pPr>
              <a:defRPr sz="1200" b="1">
                <a:solidFill>
                  <a:srgbClr val="2980B9"/>
                </a:solidFill>
              </a:defRPr>
            </a:pPr>
            <a:r>
              <a:t>Soil Moisture Depletion: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Kharif: 31.2% (Optimal)</a:t>
            </a:r>
            <a:br/>
            <a:r>
              <a:t>• Rabi: 24.1% (Sufficient)</a:t>
            </a:r>
            <a:br/>
            <a:r>
              <a:t>• Zaid: 19.2% (Depleted - requires irrigation)</a:t>
            </a:r>
          </a:p>
          <a:p>
            <a:pPr>
              <a:defRPr sz="1200" b="1">
                <a:solidFill>
                  <a:srgbClr val="2980B9"/>
                </a:solidFill>
              </a:defRPr>
            </a:pPr>
            <a:r>
              <a:t>Key Correlation: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Compound stress in Zaid (low rain + high heat + dry soil) directly suppresses yields.</a:t>
            </a: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finding2_environ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6309360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200" b="1"/>
            </a:pPr>
            <a:r>
              <a:t>FINDING 3: Resource Usage &amp; Disease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65760" y="1371600"/>
            <a:ext cx="4114800" cy="4389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400" b="1">
                <a:solidFill>
                  <a:srgbClr val="1A5276"/>
                </a:solidFill>
              </a:defRPr>
            </a:pPr>
            <a:r>
              <a:t>RESOURCE EFFICIENCY &amp; RISKS:</a:t>
            </a:r>
            <a:endParaRPr lang="en-GB" sz="2000" dirty="0"/>
          </a:p>
          <a:p>
            <a:pPr>
              <a:defRPr sz="1200" b="1">
                <a:solidFill>
                  <a:srgbClr val="D35400"/>
                </a:solidFill>
              </a:defRPr>
            </a:pPr>
            <a:r>
              <a:t>Pest &amp; Disease Risk (%):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Kharif: 54.5% (High humidity &amp; pest surge)</a:t>
            </a:r>
            <a:br/>
            <a:r>
              <a:t>• Rabi: 40.5% (Moderate)</a:t>
            </a:r>
            <a:br/>
            <a:r>
              <a:t>• Zaid: 38.1% (Lowest risk)</a:t>
            </a:r>
          </a:p>
          <a:p>
            <a:pPr>
              <a:defRPr sz="1200" b="1">
                <a:solidFill>
                  <a:srgbClr val="D35400"/>
                </a:solidFill>
              </a:defRPr>
            </a:pPr>
            <a:r>
              <a:t>Water Resource Demands: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Kharif: 6,053 m³ (Aided by rainfall)</a:t>
            </a:r>
            <a:br/>
            <a:r>
              <a:t>• Rabi: 5,792 m³</a:t>
            </a:r>
            <a:br/>
            <a:r>
              <a:t>• Zaid: 6,481 m³ (Highest volume used)</a:t>
            </a:r>
          </a:p>
          <a:p>
            <a:pPr>
              <a:defRPr sz="1200" b="1">
                <a:solidFill>
                  <a:srgbClr val="D35400"/>
                </a:solidFill>
              </a:defRPr>
            </a:pPr>
            <a:r>
              <a:t>Irrigation Performance: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Drip Irrigation delivers 5.5-7.2 T/Ha yield across all seasons (Superior).</a:t>
            </a:r>
            <a:br/>
            <a:r>
              <a:t>• Flood/Rainfed yields drop to 3.2-4.1 T/Ha.</a:t>
            </a:r>
          </a:p>
          <a:p>
            <a:pPr>
              <a:defRPr sz="1200" b="1">
                <a:solidFill>
                  <a:srgbClr val="D35400"/>
                </a:solidFill>
              </a:defRPr>
            </a:pPr>
            <a:r>
              <a:t>Strategic Action: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Mandate Drip Irrigation during Zaid to preserve water &amp; boost yields by &gt;35%.</a:t>
            </a: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finding3_resource_dis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6309360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200" b="1"/>
            </a:pPr>
            <a:r>
              <a:t>FINDING 4: Crop Performance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65760" y="1371600"/>
            <a:ext cx="4114800" cy="4389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400" b="1">
                <a:solidFill>
                  <a:srgbClr val="1A5276"/>
                </a:solidFill>
              </a:defRPr>
            </a:pPr>
            <a:r>
              <a:t>CROP PRODUCTIVITY BENCHMARKS:</a:t>
            </a:r>
            <a:endParaRPr lang="en-GB" sz="2000" dirty="0"/>
          </a:p>
          <a:p>
            <a:pPr>
              <a:defRPr sz="1200" b="1">
                <a:solidFill>
                  <a:srgbClr val="8E44AD"/>
                </a:solidFill>
              </a:defRPr>
            </a:pPr>
            <a:r>
              <a:t>Top Producing Crop: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Sugarcane dominates all seasons: 54.1 T/Ha (Kharif), 43.9 (Rabi), 38.4 (Zaid).</a:t>
            </a:r>
          </a:p>
          <a:p>
            <a:pPr>
              <a:defRPr sz="1200" b="1">
                <a:solidFill>
                  <a:srgbClr val="8E44AD"/>
                </a:solidFill>
              </a:defRPr>
            </a:pPr>
            <a:r>
              <a:t>Cereal &amp; Grain Crops: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Maize: 2.96 T/Ha (Kharif) → 2.32 (Zaid)</a:t>
            </a:r>
            <a:br/>
            <a:r>
              <a:t>• Rice: 2.70 T/Ha (Kharif) → 1.89 (Zaid)</a:t>
            </a:r>
            <a:br/>
            <a:r>
              <a:t>• Wheat: 2.26 T/Ha (Kharif) → 1.74 (Zaid)</a:t>
            </a:r>
          </a:p>
          <a:p>
            <a:pPr>
              <a:defRPr sz="1200" b="1">
                <a:solidFill>
                  <a:srgbClr val="8E44AD"/>
                </a:solidFill>
              </a:defRPr>
            </a:pPr>
            <a:r>
              <a:t>Low Yielding / Sensitive Crops: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Pulses remain low-yield: 1.04 T/Ha (Kharif) to 0.66 T/Ha (Zaid).</a:t>
            </a:r>
          </a:p>
          <a:p>
            <a:pPr>
              <a:defRPr sz="1200" b="1">
                <a:solidFill>
                  <a:srgbClr val="8E44AD"/>
                </a:solidFill>
              </a:defRPr>
            </a:pPr>
            <a:r>
              <a:t>Core Conclusion: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Uniform 14% to 18% yield decline across ALL crops from Kharif to Zaid confirms season as the dominant determinant.</a:t>
            </a: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finding4_crop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6309360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000" b="1"/>
            </a:pPr>
            <a:r>
              <a:t>CONCLUSIONS &amp; RECOMMENDATIONS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65760" y="1371600"/>
            <a:ext cx="4114800" cy="4389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400" b="1">
                <a:solidFill>
                  <a:srgbClr val="1A5276"/>
                </a:solidFill>
              </a:defRPr>
            </a:pPr>
            <a:r>
              <a:t>EXECUTIVE SUMMARY:</a:t>
            </a:r>
            <a:endParaRPr lang="en-GB" sz="2000" dirty="0"/>
          </a:p>
          <a:p>
            <a:pPr>
              <a:defRPr sz="1200" b="1">
                <a:solidFill>
                  <a:srgbClr val="16A085"/>
                </a:solidFill>
              </a:defRPr>
            </a:pPr>
            <a:r>
              <a:t>Core Empirical Findings:</a:t>
            </a:r>
          </a:p>
          <a:p>
            <a:pPr>
              <a:spcAft>
                <a:spcPts val="800"/>
              </a:spcAft>
              <a:defRPr sz="1150">
                <a:solidFill>
                  <a:srgbClr val="333333"/>
                </a:solidFill>
              </a:defRPr>
            </a:pPr>
            <a:r>
              <a:t>1. Season dictates agricultural success, showing 18-210% variance in yield &amp; profits.</a:t>
            </a:r>
            <a:br/>
            <a:r>
              <a:t>2. Kharif is the primary profit generator; Zaid faces systematic structural losses without drip irrigation.</a:t>
            </a:r>
            <a:br/>
            <a:r>
              <a:t>3. Disease vulnerability surges during monsoon (+43% over Zaid).</a:t>
            </a:r>
          </a:p>
          <a:p>
            <a:pPr>
              <a:defRPr sz="1200" b="1">
                <a:solidFill>
                  <a:srgbClr val="16A085"/>
                </a:solidFill>
              </a:defRPr>
            </a:pPr>
            <a:r>
              <a:t>Strategic Action Plan:</a:t>
            </a:r>
          </a:p>
          <a:p>
            <a:pPr>
              <a:spcAft>
                <a:spcPts val="800"/>
              </a:spcAft>
              <a:defRPr sz="1150">
                <a:solidFill>
                  <a:srgbClr val="333333"/>
                </a:solidFill>
              </a:defRPr>
            </a:pPr>
            <a:r>
              <a:t>• Farmers: Prioritize inputs in Kharif; shift to Drip Irrigation in Zaid.</a:t>
            </a:r>
            <a:br/>
            <a:r>
              <a:t>• Planners: Mobilize water allocations dynamically before summer.</a:t>
            </a:r>
            <a:br/>
            <a:r>
              <a:t>• Policy: Subsidize precision micro-irrigation; create season-indexed crop insurance.</a:t>
            </a: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finding5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6309360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>
              <a:defRPr sz="2800" b="1"/>
            </a:pPr>
            <a:r>
              <a:t>FUTURE ENHANCEMENTS</a:t>
            </a: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4" name="对象1"/>
          <p:cNvSpPr/>
          <p:nvPr>
            <p:custDataLst>
              <p:tags r:id="rId2"/>
            </p:custDataLst>
          </p:nvPr>
        </p:nvSpPr>
        <p:spPr>
          <a:xfrm>
            <a:off x="6960254" y="2739980"/>
            <a:ext cx="4609009" cy="426588"/>
          </a:xfrm>
          <a:custGeom>
            <a:avLst/>
            <a:gdLst/>
            <a:ahLst/>
            <a:cxnLst/>
            <a:rect l="l" t="t" r="r" b="b"/>
            <a:pathLst>
              <a:path w="4544568" h="420624">
                <a:moveTo>
                  <a:pt x="1371600" y="0"/>
                </a:moveTo>
                <a:lnTo>
                  <a:pt x="1389888" y="0"/>
                </a:lnTo>
                <a:lnTo>
                  <a:pt x="1389888" y="27432"/>
                </a:lnTo>
                <a:lnTo>
                  <a:pt x="1389888" y="27432"/>
                </a:lnTo>
                <a:lnTo>
                  <a:pt x="1380744" y="27432"/>
                </a:lnTo>
                <a:lnTo>
                  <a:pt x="1362456" y="18288"/>
                </a:lnTo>
                <a:lnTo>
                  <a:pt x="1371600" y="0"/>
                </a:lnTo>
                <a:moveTo>
                  <a:pt x="1444752" y="27432"/>
                </a:moveTo>
                <a:lnTo>
                  <a:pt x="1417320" y="27432"/>
                </a:lnTo>
                <a:lnTo>
                  <a:pt x="1417320" y="0"/>
                </a:lnTo>
                <a:lnTo>
                  <a:pt x="1444752" y="0"/>
                </a:lnTo>
                <a:lnTo>
                  <a:pt x="1444752" y="27432"/>
                </a:lnTo>
                <a:moveTo>
                  <a:pt x="1490472" y="27432"/>
                </a:moveTo>
                <a:lnTo>
                  <a:pt x="1463040" y="27432"/>
                </a:lnTo>
                <a:lnTo>
                  <a:pt x="1463040" y="0"/>
                </a:lnTo>
                <a:lnTo>
                  <a:pt x="1490472" y="0"/>
                </a:lnTo>
                <a:lnTo>
                  <a:pt x="1490472" y="27432"/>
                </a:lnTo>
                <a:moveTo>
                  <a:pt x="1545336" y="27432"/>
                </a:moveTo>
                <a:lnTo>
                  <a:pt x="1517904" y="27432"/>
                </a:lnTo>
                <a:lnTo>
                  <a:pt x="1517904" y="0"/>
                </a:lnTo>
                <a:lnTo>
                  <a:pt x="1545336" y="0"/>
                </a:lnTo>
                <a:lnTo>
                  <a:pt x="1545336" y="27432"/>
                </a:lnTo>
                <a:moveTo>
                  <a:pt x="1591056" y="27432"/>
                </a:moveTo>
                <a:lnTo>
                  <a:pt x="1572768" y="27432"/>
                </a:lnTo>
                <a:lnTo>
                  <a:pt x="1572768" y="0"/>
                </a:lnTo>
                <a:lnTo>
                  <a:pt x="1591056" y="0"/>
                </a:lnTo>
                <a:lnTo>
                  <a:pt x="1591056" y="27432"/>
                </a:lnTo>
                <a:moveTo>
                  <a:pt x="1645920" y="27432"/>
                </a:moveTo>
                <a:lnTo>
                  <a:pt x="1618488" y="27432"/>
                </a:lnTo>
                <a:lnTo>
                  <a:pt x="1618488" y="0"/>
                </a:lnTo>
                <a:lnTo>
                  <a:pt x="1645920" y="0"/>
                </a:lnTo>
                <a:lnTo>
                  <a:pt x="1645920" y="27432"/>
                </a:lnTo>
                <a:moveTo>
                  <a:pt x="1700784" y="27432"/>
                </a:moveTo>
                <a:lnTo>
                  <a:pt x="1673352" y="27432"/>
                </a:lnTo>
                <a:lnTo>
                  <a:pt x="1673352" y="0"/>
                </a:lnTo>
                <a:lnTo>
                  <a:pt x="1700784" y="0"/>
                </a:lnTo>
                <a:lnTo>
                  <a:pt x="1700784" y="27432"/>
                </a:lnTo>
                <a:moveTo>
                  <a:pt x="1746504" y="27432"/>
                </a:moveTo>
                <a:lnTo>
                  <a:pt x="1719072" y="27432"/>
                </a:lnTo>
                <a:lnTo>
                  <a:pt x="1719072" y="0"/>
                </a:lnTo>
                <a:lnTo>
                  <a:pt x="1746504" y="0"/>
                </a:lnTo>
                <a:lnTo>
                  <a:pt x="1746504" y="27432"/>
                </a:lnTo>
                <a:moveTo>
                  <a:pt x="1801368" y="27432"/>
                </a:moveTo>
                <a:lnTo>
                  <a:pt x="1773936" y="27432"/>
                </a:lnTo>
                <a:lnTo>
                  <a:pt x="1773936" y="0"/>
                </a:lnTo>
                <a:lnTo>
                  <a:pt x="1801368" y="0"/>
                </a:lnTo>
                <a:lnTo>
                  <a:pt x="1801368" y="27432"/>
                </a:lnTo>
                <a:moveTo>
                  <a:pt x="1847088" y="27432"/>
                </a:moveTo>
                <a:lnTo>
                  <a:pt x="1828800" y="27432"/>
                </a:lnTo>
                <a:lnTo>
                  <a:pt x="1828800" y="0"/>
                </a:lnTo>
                <a:lnTo>
                  <a:pt x="1847088" y="0"/>
                </a:lnTo>
                <a:lnTo>
                  <a:pt x="1847088" y="27432"/>
                </a:lnTo>
                <a:moveTo>
                  <a:pt x="1901952" y="27432"/>
                </a:moveTo>
                <a:lnTo>
                  <a:pt x="1874520" y="27432"/>
                </a:lnTo>
                <a:lnTo>
                  <a:pt x="1874520" y="0"/>
                </a:lnTo>
                <a:lnTo>
                  <a:pt x="1901952" y="0"/>
                </a:lnTo>
                <a:lnTo>
                  <a:pt x="1901952" y="27432"/>
                </a:lnTo>
                <a:moveTo>
                  <a:pt x="1956816" y="27432"/>
                </a:moveTo>
                <a:lnTo>
                  <a:pt x="1929384" y="27432"/>
                </a:lnTo>
                <a:lnTo>
                  <a:pt x="1929384" y="0"/>
                </a:lnTo>
                <a:lnTo>
                  <a:pt x="1956816" y="0"/>
                </a:lnTo>
                <a:lnTo>
                  <a:pt x="1956816" y="27432"/>
                </a:lnTo>
                <a:moveTo>
                  <a:pt x="2002536" y="27432"/>
                </a:moveTo>
                <a:lnTo>
                  <a:pt x="1975104" y="27432"/>
                </a:lnTo>
                <a:lnTo>
                  <a:pt x="1975104" y="0"/>
                </a:lnTo>
                <a:lnTo>
                  <a:pt x="2002536" y="0"/>
                </a:lnTo>
                <a:lnTo>
                  <a:pt x="2002536" y="27432"/>
                </a:lnTo>
                <a:moveTo>
                  <a:pt x="2057400" y="27432"/>
                </a:moveTo>
                <a:lnTo>
                  <a:pt x="2029968" y="27432"/>
                </a:lnTo>
                <a:lnTo>
                  <a:pt x="2029968" y="0"/>
                </a:lnTo>
                <a:lnTo>
                  <a:pt x="2057400" y="0"/>
                </a:lnTo>
                <a:lnTo>
                  <a:pt x="2057400" y="27432"/>
                </a:lnTo>
                <a:moveTo>
                  <a:pt x="2103120" y="27432"/>
                </a:moveTo>
                <a:lnTo>
                  <a:pt x="2084832" y="27432"/>
                </a:lnTo>
                <a:lnTo>
                  <a:pt x="2084832" y="0"/>
                </a:lnTo>
                <a:lnTo>
                  <a:pt x="2103120" y="0"/>
                </a:lnTo>
                <a:lnTo>
                  <a:pt x="2103120" y="27432"/>
                </a:lnTo>
                <a:moveTo>
                  <a:pt x="2157984" y="27432"/>
                </a:moveTo>
                <a:lnTo>
                  <a:pt x="2130552" y="27432"/>
                </a:lnTo>
                <a:lnTo>
                  <a:pt x="2130552" y="0"/>
                </a:lnTo>
                <a:lnTo>
                  <a:pt x="2157984" y="0"/>
                </a:lnTo>
                <a:lnTo>
                  <a:pt x="2157984" y="27432"/>
                </a:lnTo>
                <a:moveTo>
                  <a:pt x="2212848" y="27432"/>
                </a:moveTo>
                <a:lnTo>
                  <a:pt x="2185416" y="27432"/>
                </a:lnTo>
                <a:lnTo>
                  <a:pt x="2185416" y="0"/>
                </a:lnTo>
                <a:lnTo>
                  <a:pt x="2212848" y="0"/>
                </a:lnTo>
                <a:lnTo>
                  <a:pt x="2212848" y="27432"/>
                </a:lnTo>
                <a:moveTo>
                  <a:pt x="2258568" y="27432"/>
                </a:moveTo>
                <a:lnTo>
                  <a:pt x="2231136" y="27432"/>
                </a:lnTo>
                <a:lnTo>
                  <a:pt x="2231136" y="0"/>
                </a:lnTo>
                <a:lnTo>
                  <a:pt x="2258568" y="0"/>
                </a:lnTo>
                <a:lnTo>
                  <a:pt x="2258568" y="27432"/>
                </a:lnTo>
                <a:moveTo>
                  <a:pt x="2313432" y="27432"/>
                </a:moveTo>
                <a:lnTo>
                  <a:pt x="2286000" y="27432"/>
                </a:lnTo>
                <a:lnTo>
                  <a:pt x="2286000" y="0"/>
                </a:lnTo>
                <a:lnTo>
                  <a:pt x="2313432" y="0"/>
                </a:lnTo>
                <a:lnTo>
                  <a:pt x="2313432" y="27432"/>
                </a:lnTo>
                <a:moveTo>
                  <a:pt x="2359152" y="27432"/>
                </a:moveTo>
                <a:lnTo>
                  <a:pt x="2331720" y="27432"/>
                </a:lnTo>
                <a:lnTo>
                  <a:pt x="2331720" y="0"/>
                </a:lnTo>
                <a:lnTo>
                  <a:pt x="2359152" y="0"/>
                </a:lnTo>
                <a:lnTo>
                  <a:pt x="2359152" y="27432"/>
                </a:lnTo>
                <a:moveTo>
                  <a:pt x="2414016" y="27432"/>
                </a:moveTo>
                <a:lnTo>
                  <a:pt x="2386584" y="27432"/>
                </a:lnTo>
                <a:lnTo>
                  <a:pt x="2386584" y="0"/>
                </a:lnTo>
                <a:lnTo>
                  <a:pt x="2414016" y="0"/>
                </a:lnTo>
                <a:lnTo>
                  <a:pt x="2414016" y="27432"/>
                </a:lnTo>
                <a:moveTo>
                  <a:pt x="2459736" y="27432"/>
                </a:moveTo>
                <a:lnTo>
                  <a:pt x="2441448" y="27432"/>
                </a:lnTo>
                <a:lnTo>
                  <a:pt x="2441448" y="0"/>
                </a:lnTo>
                <a:lnTo>
                  <a:pt x="2459736" y="0"/>
                </a:lnTo>
                <a:lnTo>
                  <a:pt x="2459736" y="27432"/>
                </a:lnTo>
                <a:moveTo>
                  <a:pt x="2514600" y="27432"/>
                </a:moveTo>
                <a:lnTo>
                  <a:pt x="2487168" y="27432"/>
                </a:lnTo>
                <a:lnTo>
                  <a:pt x="2487168" y="0"/>
                </a:lnTo>
                <a:lnTo>
                  <a:pt x="2514600" y="0"/>
                </a:lnTo>
                <a:lnTo>
                  <a:pt x="2514600" y="27432"/>
                </a:lnTo>
                <a:moveTo>
                  <a:pt x="2569464" y="27432"/>
                </a:moveTo>
                <a:lnTo>
                  <a:pt x="2542032" y="27432"/>
                </a:lnTo>
                <a:lnTo>
                  <a:pt x="2542032" y="0"/>
                </a:lnTo>
                <a:lnTo>
                  <a:pt x="2569464" y="0"/>
                </a:lnTo>
                <a:lnTo>
                  <a:pt x="2569464" y="27432"/>
                </a:lnTo>
                <a:moveTo>
                  <a:pt x="2615184" y="27432"/>
                </a:moveTo>
                <a:lnTo>
                  <a:pt x="2587752" y="27432"/>
                </a:lnTo>
                <a:lnTo>
                  <a:pt x="2587752" y="0"/>
                </a:lnTo>
                <a:lnTo>
                  <a:pt x="2615184" y="0"/>
                </a:lnTo>
                <a:lnTo>
                  <a:pt x="2615184" y="27432"/>
                </a:lnTo>
                <a:moveTo>
                  <a:pt x="2670048" y="27432"/>
                </a:moveTo>
                <a:lnTo>
                  <a:pt x="2642616" y="27432"/>
                </a:lnTo>
                <a:lnTo>
                  <a:pt x="2642616" y="0"/>
                </a:lnTo>
                <a:lnTo>
                  <a:pt x="2670048" y="0"/>
                </a:lnTo>
                <a:lnTo>
                  <a:pt x="2670048" y="27432"/>
                </a:lnTo>
                <a:moveTo>
                  <a:pt x="2715768" y="27432"/>
                </a:moveTo>
                <a:lnTo>
                  <a:pt x="2697480" y="27432"/>
                </a:lnTo>
                <a:lnTo>
                  <a:pt x="2697480" y="0"/>
                </a:lnTo>
                <a:lnTo>
                  <a:pt x="2715768" y="0"/>
                </a:lnTo>
                <a:lnTo>
                  <a:pt x="2715768" y="27432"/>
                </a:lnTo>
                <a:moveTo>
                  <a:pt x="2770632" y="27432"/>
                </a:moveTo>
                <a:lnTo>
                  <a:pt x="2743200" y="27432"/>
                </a:lnTo>
                <a:lnTo>
                  <a:pt x="2743200" y="0"/>
                </a:lnTo>
                <a:lnTo>
                  <a:pt x="2770632" y="0"/>
                </a:lnTo>
                <a:lnTo>
                  <a:pt x="2770632" y="27432"/>
                </a:lnTo>
                <a:moveTo>
                  <a:pt x="2825496" y="27432"/>
                </a:moveTo>
                <a:lnTo>
                  <a:pt x="2798064" y="27432"/>
                </a:lnTo>
                <a:lnTo>
                  <a:pt x="2798064" y="0"/>
                </a:lnTo>
                <a:lnTo>
                  <a:pt x="2825496" y="0"/>
                </a:lnTo>
                <a:lnTo>
                  <a:pt x="2825496" y="27432"/>
                </a:lnTo>
                <a:moveTo>
                  <a:pt x="2871216" y="27432"/>
                </a:moveTo>
                <a:lnTo>
                  <a:pt x="2843784" y="27432"/>
                </a:lnTo>
                <a:lnTo>
                  <a:pt x="2843784" y="0"/>
                </a:lnTo>
                <a:lnTo>
                  <a:pt x="2871216" y="0"/>
                </a:lnTo>
                <a:lnTo>
                  <a:pt x="2871216" y="27432"/>
                </a:lnTo>
                <a:moveTo>
                  <a:pt x="2926080" y="27432"/>
                </a:moveTo>
                <a:lnTo>
                  <a:pt x="2898648" y="27432"/>
                </a:lnTo>
                <a:lnTo>
                  <a:pt x="2898648" y="0"/>
                </a:lnTo>
                <a:lnTo>
                  <a:pt x="2926080" y="0"/>
                </a:lnTo>
                <a:lnTo>
                  <a:pt x="2926080" y="27432"/>
                </a:lnTo>
                <a:moveTo>
                  <a:pt x="2971800" y="27432"/>
                </a:moveTo>
                <a:lnTo>
                  <a:pt x="2953512" y="27432"/>
                </a:lnTo>
                <a:lnTo>
                  <a:pt x="2953512" y="0"/>
                </a:lnTo>
                <a:lnTo>
                  <a:pt x="2971800" y="0"/>
                </a:lnTo>
                <a:lnTo>
                  <a:pt x="2971800" y="27432"/>
                </a:lnTo>
                <a:moveTo>
                  <a:pt x="3026664" y="27432"/>
                </a:moveTo>
                <a:lnTo>
                  <a:pt x="2999232" y="27432"/>
                </a:lnTo>
                <a:lnTo>
                  <a:pt x="2999232" y="0"/>
                </a:lnTo>
                <a:lnTo>
                  <a:pt x="3026664" y="0"/>
                </a:lnTo>
                <a:lnTo>
                  <a:pt x="3026664" y="27432"/>
                </a:lnTo>
                <a:moveTo>
                  <a:pt x="3081528" y="27432"/>
                </a:moveTo>
                <a:lnTo>
                  <a:pt x="3054096" y="27432"/>
                </a:lnTo>
                <a:lnTo>
                  <a:pt x="3054096" y="0"/>
                </a:lnTo>
                <a:lnTo>
                  <a:pt x="3081528" y="0"/>
                </a:lnTo>
                <a:lnTo>
                  <a:pt x="3081528" y="27432"/>
                </a:lnTo>
                <a:moveTo>
                  <a:pt x="3127248" y="27432"/>
                </a:moveTo>
                <a:lnTo>
                  <a:pt x="3099816" y="27432"/>
                </a:lnTo>
                <a:lnTo>
                  <a:pt x="3099816" y="0"/>
                </a:lnTo>
                <a:lnTo>
                  <a:pt x="3127248" y="0"/>
                </a:lnTo>
                <a:lnTo>
                  <a:pt x="3127248" y="27432"/>
                </a:lnTo>
                <a:moveTo>
                  <a:pt x="3182112" y="27432"/>
                </a:moveTo>
                <a:lnTo>
                  <a:pt x="3154680" y="27432"/>
                </a:lnTo>
                <a:lnTo>
                  <a:pt x="3154680" y="0"/>
                </a:lnTo>
                <a:lnTo>
                  <a:pt x="3182112" y="0"/>
                </a:lnTo>
                <a:lnTo>
                  <a:pt x="3182112" y="27432"/>
                </a:lnTo>
                <a:moveTo>
                  <a:pt x="3227832" y="27432"/>
                </a:moveTo>
                <a:lnTo>
                  <a:pt x="3209544" y="27432"/>
                </a:lnTo>
                <a:lnTo>
                  <a:pt x="3209544" y="0"/>
                </a:lnTo>
                <a:lnTo>
                  <a:pt x="3227832" y="0"/>
                </a:lnTo>
                <a:lnTo>
                  <a:pt x="3227832" y="27432"/>
                </a:lnTo>
                <a:moveTo>
                  <a:pt x="3282696" y="27432"/>
                </a:moveTo>
                <a:lnTo>
                  <a:pt x="3255264" y="27432"/>
                </a:lnTo>
                <a:lnTo>
                  <a:pt x="3255264" y="0"/>
                </a:lnTo>
                <a:lnTo>
                  <a:pt x="3282696" y="0"/>
                </a:lnTo>
                <a:lnTo>
                  <a:pt x="3282696" y="27432"/>
                </a:lnTo>
                <a:moveTo>
                  <a:pt x="3328416" y="27432"/>
                </a:moveTo>
                <a:lnTo>
                  <a:pt x="3310128" y="27432"/>
                </a:lnTo>
                <a:lnTo>
                  <a:pt x="3310128" y="0"/>
                </a:lnTo>
                <a:lnTo>
                  <a:pt x="3328416" y="0"/>
                </a:lnTo>
                <a:lnTo>
                  <a:pt x="3328416" y="27432"/>
                </a:lnTo>
                <a:moveTo>
                  <a:pt x="3383280" y="27432"/>
                </a:moveTo>
                <a:lnTo>
                  <a:pt x="3355848" y="27432"/>
                </a:lnTo>
                <a:lnTo>
                  <a:pt x="3355848" y="0"/>
                </a:lnTo>
                <a:lnTo>
                  <a:pt x="3383280" y="0"/>
                </a:lnTo>
                <a:lnTo>
                  <a:pt x="3383280" y="27432"/>
                </a:lnTo>
                <a:moveTo>
                  <a:pt x="3438144" y="27432"/>
                </a:moveTo>
                <a:lnTo>
                  <a:pt x="3410712" y="27432"/>
                </a:lnTo>
                <a:lnTo>
                  <a:pt x="3410712" y="0"/>
                </a:lnTo>
                <a:lnTo>
                  <a:pt x="3438144" y="0"/>
                </a:lnTo>
                <a:lnTo>
                  <a:pt x="3438144" y="27432"/>
                </a:lnTo>
                <a:moveTo>
                  <a:pt x="3483864" y="27432"/>
                </a:moveTo>
                <a:lnTo>
                  <a:pt x="3456432" y="27432"/>
                </a:lnTo>
                <a:lnTo>
                  <a:pt x="3456432" y="0"/>
                </a:lnTo>
                <a:lnTo>
                  <a:pt x="3483864" y="0"/>
                </a:lnTo>
                <a:lnTo>
                  <a:pt x="3483864" y="27432"/>
                </a:lnTo>
                <a:moveTo>
                  <a:pt x="3538728" y="27432"/>
                </a:moveTo>
                <a:lnTo>
                  <a:pt x="3511296" y="27432"/>
                </a:lnTo>
                <a:lnTo>
                  <a:pt x="3511296" y="0"/>
                </a:lnTo>
                <a:lnTo>
                  <a:pt x="3538728" y="0"/>
                </a:lnTo>
                <a:lnTo>
                  <a:pt x="3538728" y="27432"/>
                </a:lnTo>
                <a:moveTo>
                  <a:pt x="3584448" y="27432"/>
                </a:moveTo>
                <a:lnTo>
                  <a:pt x="3566160" y="27432"/>
                </a:lnTo>
                <a:lnTo>
                  <a:pt x="3566160" y="0"/>
                </a:lnTo>
                <a:lnTo>
                  <a:pt x="3584448" y="0"/>
                </a:lnTo>
                <a:lnTo>
                  <a:pt x="3584448" y="27432"/>
                </a:lnTo>
                <a:moveTo>
                  <a:pt x="3639312" y="27432"/>
                </a:moveTo>
                <a:lnTo>
                  <a:pt x="3611880" y="27432"/>
                </a:lnTo>
                <a:lnTo>
                  <a:pt x="3611880" y="0"/>
                </a:lnTo>
                <a:lnTo>
                  <a:pt x="3639312" y="0"/>
                </a:lnTo>
                <a:lnTo>
                  <a:pt x="3639312" y="27432"/>
                </a:lnTo>
                <a:moveTo>
                  <a:pt x="3694176" y="27432"/>
                </a:moveTo>
                <a:lnTo>
                  <a:pt x="3666744" y="27432"/>
                </a:lnTo>
                <a:lnTo>
                  <a:pt x="3666744" y="0"/>
                </a:lnTo>
                <a:lnTo>
                  <a:pt x="3694176" y="0"/>
                </a:lnTo>
                <a:lnTo>
                  <a:pt x="3694176" y="27432"/>
                </a:lnTo>
                <a:moveTo>
                  <a:pt x="3739896" y="27432"/>
                </a:moveTo>
                <a:lnTo>
                  <a:pt x="3712464" y="27432"/>
                </a:lnTo>
                <a:lnTo>
                  <a:pt x="3712464" y="0"/>
                </a:lnTo>
                <a:lnTo>
                  <a:pt x="3739896" y="0"/>
                </a:lnTo>
                <a:lnTo>
                  <a:pt x="3739896" y="27432"/>
                </a:lnTo>
                <a:moveTo>
                  <a:pt x="3794760" y="27432"/>
                </a:moveTo>
                <a:lnTo>
                  <a:pt x="3767328" y="27432"/>
                </a:lnTo>
                <a:lnTo>
                  <a:pt x="3767328" y="0"/>
                </a:lnTo>
                <a:lnTo>
                  <a:pt x="3794760" y="0"/>
                </a:lnTo>
                <a:lnTo>
                  <a:pt x="3794760" y="27432"/>
                </a:lnTo>
                <a:moveTo>
                  <a:pt x="3840480" y="27432"/>
                </a:moveTo>
                <a:lnTo>
                  <a:pt x="3822192" y="27432"/>
                </a:lnTo>
                <a:lnTo>
                  <a:pt x="3822192" y="0"/>
                </a:lnTo>
                <a:lnTo>
                  <a:pt x="3840480" y="0"/>
                </a:lnTo>
                <a:lnTo>
                  <a:pt x="3840480" y="27432"/>
                </a:lnTo>
                <a:moveTo>
                  <a:pt x="3895344" y="27432"/>
                </a:moveTo>
                <a:lnTo>
                  <a:pt x="3867912" y="27432"/>
                </a:lnTo>
                <a:lnTo>
                  <a:pt x="3867912" y="0"/>
                </a:lnTo>
                <a:lnTo>
                  <a:pt x="3895344" y="0"/>
                </a:lnTo>
                <a:lnTo>
                  <a:pt x="3895344" y="27432"/>
                </a:lnTo>
                <a:moveTo>
                  <a:pt x="3950208" y="27432"/>
                </a:moveTo>
                <a:lnTo>
                  <a:pt x="3922776" y="27432"/>
                </a:lnTo>
                <a:lnTo>
                  <a:pt x="3922776" y="0"/>
                </a:lnTo>
                <a:lnTo>
                  <a:pt x="3950208" y="0"/>
                </a:lnTo>
                <a:lnTo>
                  <a:pt x="3950208" y="27432"/>
                </a:lnTo>
                <a:moveTo>
                  <a:pt x="3995928" y="27432"/>
                </a:moveTo>
                <a:lnTo>
                  <a:pt x="3968496" y="27432"/>
                </a:lnTo>
                <a:lnTo>
                  <a:pt x="3968496" y="0"/>
                </a:lnTo>
                <a:lnTo>
                  <a:pt x="3995928" y="0"/>
                </a:lnTo>
                <a:lnTo>
                  <a:pt x="3995928" y="27432"/>
                </a:lnTo>
                <a:moveTo>
                  <a:pt x="4050792" y="27432"/>
                </a:moveTo>
                <a:lnTo>
                  <a:pt x="4023360" y="27432"/>
                </a:lnTo>
                <a:lnTo>
                  <a:pt x="4023360" y="0"/>
                </a:lnTo>
                <a:lnTo>
                  <a:pt x="4050792" y="0"/>
                </a:lnTo>
                <a:lnTo>
                  <a:pt x="4050792" y="27432"/>
                </a:lnTo>
                <a:moveTo>
                  <a:pt x="4096512" y="27432"/>
                </a:moveTo>
                <a:lnTo>
                  <a:pt x="4078224" y="27432"/>
                </a:lnTo>
                <a:lnTo>
                  <a:pt x="4078224" y="0"/>
                </a:lnTo>
                <a:lnTo>
                  <a:pt x="4096512" y="0"/>
                </a:lnTo>
                <a:lnTo>
                  <a:pt x="4096512" y="27432"/>
                </a:lnTo>
                <a:moveTo>
                  <a:pt x="4151376" y="27432"/>
                </a:moveTo>
                <a:lnTo>
                  <a:pt x="4123944" y="27432"/>
                </a:lnTo>
                <a:lnTo>
                  <a:pt x="4123944" y="0"/>
                </a:lnTo>
                <a:lnTo>
                  <a:pt x="4151376" y="0"/>
                </a:lnTo>
                <a:lnTo>
                  <a:pt x="4151376" y="27432"/>
                </a:lnTo>
                <a:moveTo>
                  <a:pt x="4197096" y="27432"/>
                </a:moveTo>
                <a:lnTo>
                  <a:pt x="4178808" y="27432"/>
                </a:lnTo>
                <a:lnTo>
                  <a:pt x="4178808" y="0"/>
                </a:lnTo>
                <a:lnTo>
                  <a:pt x="4197096" y="0"/>
                </a:lnTo>
                <a:lnTo>
                  <a:pt x="4197096" y="27432"/>
                </a:lnTo>
                <a:moveTo>
                  <a:pt x="4251960" y="27432"/>
                </a:moveTo>
                <a:lnTo>
                  <a:pt x="4224528" y="27432"/>
                </a:lnTo>
                <a:lnTo>
                  <a:pt x="4224528" y="0"/>
                </a:lnTo>
                <a:lnTo>
                  <a:pt x="4251960" y="0"/>
                </a:lnTo>
                <a:lnTo>
                  <a:pt x="4251960" y="27432"/>
                </a:lnTo>
                <a:moveTo>
                  <a:pt x="4306824" y="27432"/>
                </a:moveTo>
                <a:lnTo>
                  <a:pt x="4279392" y="27432"/>
                </a:lnTo>
                <a:lnTo>
                  <a:pt x="4279392" y="0"/>
                </a:lnTo>
                <a:lnTo>
                  <a:pt x="4306824" y="0"/>
                </a:lnTo>
                <a:lnTo>
                  <a:pt x="4306824" y="27432"/>
                </a:lnTo>
                <a:moveTo>
                  <a:pt x="4352544" y="27432"/>
                </a:moveTo>
                <a:lnTo>
                  <a:pt x="4325112" y="27432"/>
                </a:lnTo>
                <a:lnTo>
                  <a:pt x="4325112" y="0"/>
                </a:lnTo>
                <a:lnTo>
                  <a:pt x="4352544" y="0"/>
                </a:lnTo>
                <a:lnTo>
                  <a:pt x="4352544" y="27432"/>
                </a:lnTo>
                <a:moveTo>
                  <a:pt x="4407408" y="27432"/>
                </a:moveTo>
                <a:lnTo>
                  <a:pt x="4379976" y="27432"/>
                </a:lnTo>
                <a:lnTo>
                  <a:pt x="4379976" y="0"/>
                </a:lnTo>
                <a:lnTo>
                  <a:pt x="4407408" y="0"/>
                </a:lnTo>
                <a:lnTo>
                  <a:pt x="4407408" y="27432"/>
                </a:lnTo>
                <a:moveTo>
                  <a:pt x="4453128" y="27432"/>
                </a:moveTo>
                <a:lnTo>
                  <a:pt x="4434840" y="27432"/>
                </a:lnTo>
                <a:lnTo>
                  <a:pt x="4434840" y="0"/>
                </a:lnTo>
                <a:lnTo>
                  <a:pt x="4453128" y="0"/>
                </a:lnTo>
                <a:lnTo>
                  <a:pt x="4453128" y="27432"/>
                </a:lnTo>
                <a:moveTo>
                  <a:pt x="4507992" y="27432"/>
                </a:moveTo>
                <a:lnTo>
                  <a:pt x="4480560" y="27432"/>
                </a:lnTo>
                <a:lnTo>
                  <a:pt x="4480560" y="0"/>
                </a:lnTo>
                <a:lnTo>
                  <a:pt x="4507992" y="0"/>
                </a:lnTo>
                <a:lnTo>
                  <a:pt x="4507992" y="27432"/>
                </a:lnTo>
                <a:moveTo>
                  <a:pt x="4544568" y="27432"/>
                </a:moveTo>
                <a:lnTo>
                  <a:pt x="4535424" y="27432"/>
                </a:lnTo>
                <a:lnTo>
                  <a:pt x="4535424" y="0"/>
                </a:lnTo>
                <a:lnTo>
                  <a:pt x="4544568" y="0"/>
                </a:lnTo>
                <a:lnTo>
                  <a:pt x="4544568" y="27432"/>
                </a:lnTo>
                <a:moveTo>
                  <a:pt x="1371600" y="54864"/>
                </a:moveTo>
                <a:lnTo>
                  <a:pt x="1362456" y="73152"/>
                </a:lnTo>
                <a:lnTo>
                  <a:pt x="1335024" y="64008"/>
                </a:lnTo>
                <a:lnTo>
                  <a:pt x="1353312" y="36576"/>
                </a:lnTo>
                <a:lnTo>
                  <a:pt x="1371600" y="54864"/>
                </a:lnTo>
                <a:moveTo>
                  <a:pt x="1353312" y="91440"/>
                </a:moveTo>
                <a:lnTo>
                  <a:pt x="1344168" y="118872"/>
                </a:lnTo>
                <a:lnTo>
                  <a:pt x="1316736" y="109728"/>
                </a:lnTo>
                <a:lnTo>
                  <a:pt x="1325880" y="82296"/>
                </a:lnTo>
                <a:lnTo>
                  <a:pt x="1353312" y="91440"/>
                </a:lnTo>
                <a:moveTo>
                  <a:pt x="1325880" y="137160"/>
                </a:moveTo>
                <a:lnTo>
                  <a:pt x="1316736" y="164592"/>
                </a:lnTo>
                <a:lnTo>
                  <a:pt x="1298448" y="146304"/>
                </a:lnTo>
                <a:lnTo>
                  <a:pt x="1307592" y="128016"/>
                </a:lnTo>
                <a:lnTo>
                  <a:pt x="1325880" y="137160"/>
                </a:lnTo>
                <a:moveTo>
                  <a:pt x="1307592" y="182880"/>
                </a:moveTo>
                <a:lnTo>
                  <a:pt x="1298448" y="201168"/>
                </a:lnTo>
                <a:lnTo>
                  <a:pt x="1271016" y="192024"/>
                </a:lnTo>
                <a:lnTo>
                  <a:pt x="1280160" y="173736"/>
                </a:lnTo>
                <a:lnTo>
                  <a:pt x="1307592" y="182880"/>
                </a:lnTo>
                <a:moveTo>
                  <a:pt x="1289304" y="228600"/>
                </a:moveTo>
                <a:lnTo>
                  <a:pt x="1271016" y="246888"/>
                </a:lnTo>
                <a:lnTo>
                  <a:pt x="1252728" y="237744"/>
                </a:lnTo>
                <a:lnTo>
                  <a:pt x="1261872" y="210312"/>
                </a:lnTo>
                <a:lnTo>
                  <a:pt x="1289304" y="228600"/>
                </a:lnTo>
                <a:moveTo>
                  <a:pt x="1261872" y="274320"/>
                </a:moveTo>
                <a:lnTo>
                  <a:pt x="1252728" y="292608"/>
                </a:lnTo>
                <a:lnTo>
                  <a:pt x="1234440" y="283464"/>
                </a:lnTo>
                <a:lnTo>
                  <a:pt x="1243584" y="256032"/>
                </a:lnTo>
                <a:lnTo>
                  <a:pt x="1261872" y="274320"/>
                </a:lnTo>
                <a:moveTo>
                  <a:pt x="1243584" y="310896"/>
                </a:moveTo>
                <a:lnTo>
                  <a:pt x="1234440" y="338328"/>
                </a:lnTo>
                <a:lnTo>
                  <a:pt x="1207008" y="320040"/>
                </a:lnTo>
                <a:lnTo>
                  <a:pt x="1216152" y="301752"/>
                </a:lnTo>
                <a:lnTo>
                  <a:pt x="1243584" y="310896"/>
                </a:lnTo>
                <a:moveTo>
                  <a:pt x="1216152" y="356616"/>
                </a:moveTo>
                <a:lnTo>
                  <a:pt x="1207008" y="374904"/>
                </a:lnTo>
                <a:lnTo>
                  <a:pt x="1188720" y="365760"/>
                </a:lnTo>
                <a:lnTo>
                  <a:pt x="1197864" y="347472"/>
                </a:lnTo>
                <a:lnTo>
                  <a:pt x="1216152" y="356616"/>
                </a:lnTo>
                <a:moveTo>
                  <a:pt x="1197864" y="402336"/>
                </a:moveTo>
                <a:lnTo>
                  <a:pt x="1188720" y="420624"/>
                </a:lnTo>
                <a:lnTo>
                  <a:pt x="1170432" y="420624"/>
                </a:lnTo>
                <a:lnTo>
                  <a:pt x="1170432" y="393192"/>
                </a:lnTo>
                <a:lnTo>
                  <a:pt x="1170432" y="393192"/>
                </a:lnTo>
                <a:lnTo>
                  <a:pt x="1179576" y="393192"/>
                </a:lnTo>
                <a:lnTo>
                  <a:pt x="1197864" y="402336"/>
                </a:lnTo>
                <a:moveTo>
                  <a:pt x="9144" y="420624"/>
                </a:moveTo>
                <a:lnTo>
                  <a:pt x="0" y="420624"/>
                </a:lnTo>
                <a:lnTo>
                  <a:pt x="0" y="393192"/>
                </a:lnTo>
                <a:lnTo>
                  <a:pt x="9144" y="393192"/>
                </a:lnTo>
                <a:lnTo>
                  <a:pt x="9144" y="420624"/>
                </a:lnTo>
                <a:moveTo>
                  <a:pt x="64008" y="420624"/>
                </a:moveTo>
                <a:lnTo>
                  <a:pt x="36576" y="420624"/>
                </a:lnTo>
                <a:lnTo>
                  <a:pt x="36576" y="393192"/>
                </a:lnTo>
                <a:lnTo>
                  <a:pt x="64008" y="393192"/>
                </a:lnTo>
                <a:lnTo>
                  <a:pt x="64008" y="420624"/>
                </a:lnTo>
                <a:moveTo>
                  <a:pt x="118872" y="420624"/>
                </a:moveTo>
                <a:lnTo>
                  <a:pt x="91440" y="420624"/>
                </a:lnTo>
                <a:lnTo>
                  <a:pt x="91440" y="393192"/>
                </a:lnTo>
                <a:lnTo>
                  <a:pt x="118872" y="393192"/>
                </a:lnTo>
                <a:lnTo>
                  <a:pt x="118872" y="420624"/>
                </a:lnTo>
                <a:moveTo>
                  <a:pt x="164592" y="420624"/>
                </a:moveTo>
                <a:lnTo>
                  <a:pt x="137160" y="420624"/>
                </a:lnTo>
                <a:lnTo>
                  <a:pt x="137160" y="393192"/>
                </a:lnTo>
                <a:lnTo>
                  <a:pt x="164592" y="393192"/>
                </a:lnTo>
                <a:lnTo>
                  <a:pt x="164592" y="420624"/>
                </a:lnTo>
                <a:moveTo>
                  <a:pt x="219456" y="420624"/>
                </a:moveTo>
                <a:lnTo>
                  <a:pt x="192024" y="420624"/>
                </a:lnTo>
                <a:lnTo>
                  <a:pt x="192024" y="393192"/>
                </a:lnTo>
                <a:lnTo>
                  <a:pt x="219456" y="393192"/>
                </a:lnTo>
                <a:lnTo>
                  <a:pt x="219456" y="420624"/>
                </a:lnTo>
                <a:moveTo>
                  <a:pt x="265176" y="420624"/>
                </a:moveTo>
                <a:lnTo>
                  <a:pt x="246888" y="420624"/>
                </a:lnTo>
                <a:lnTo>
                  <a:pt x="246888" y="393192"/>
                </a:lnTo>
                <a:lnTo>
                  <a:pt x="265176" y="393192"/>
                </a:lnTo>
                <a:lnTo>
                  <a:pt x="265176" y="420624"/>
                </a:lnTo>
                <a:moveTo>
                  <a:pt x="320040" y="420624"/>
                </a:moveTo>
                <a:lnTo>
                  <a:pt x="292608" y="420624"/>
                </a:lnTo>
                <a:lnTo>
                  <a:pt x="292608" y="393192"/>
                </a:lnTo>
                <a:lnTo>
                  <a:pt x="320040" y="393192"/>
                </a:lnTo>
                <a:lnTo>
                  <a:pt x="320040" y="420624"/>
                </a:lnTo>
                <a:moveTo>
                  <a:pt x="374904" y="420624"/>
                </a:moveTo>
                <a:lnTo>
                  <a:pt x="347472" y="420624"/>
                </a:lnTo>
                <a:lnTo>
                  <a:pt x="347472" y="393192"/>
                </a:lnTo>
                <a:lnTo>
                  <a:pt x="374904" y="393192"/>
                </a:lnTo>
                <a:lnTo>
                  <a:pt x="374904" y="420624"/>
                </a:lnTo>
                <a:moveTo>
                  <a:pt x="420624" y="420624"/>
                </a:moveTo>
                <a:lnTo>
                  <a:pt x="402336" y="420624"/>
                </a:lnTo>
                <a:lnTo>
                  <a:pt x="402336" y="393192"/>
                </a:lnTo>
                <a:lnTo>
                  <a:pt x="420624" y="393192"/>
                </a:lnTo>
                <a:lnTo>
                  <a:pt x="420624" y="420624"/>
                </a:lnTo>
                <a:moveTo>
                  <a:pt x="475488" y="420624"/>
                </a:moveTo>
                <a:lnTo>
                  <a:pt x="448056" y="420624"/>
                </a:lnTo>
                <a:lnTo>
                  <a:pt x="448056" y="393192"/>
                </a:lnTo>
                <a:lnTo>
                  <a:pt x="475488" y="393192"/>
                </a:lnTo>
                <a:lnTo>
                  <a:pt x="475488" y="420624"/>
                </a:lnTo>
                <a:moveTo>
                  <a:pt x="530352" y="420624"/>
                </a:moveTo>
                <a:lnTo>
                  <a:pt x="502920" y="420624"/>
                </a:lnTo>
                <a:lnTo>
                  <a:pt x="502920" y="393192"/>
                </a:lnTo>
                <a:lnTo>
                  <a:pt x="530352" y="393192"/>
                </a:lnTo>
                <a:lnTo>
                  <a:pt x="530352" y="420624"/>
                </a:lnTo>
                <a:moveTo>
                  <a:pt x="576072" y="420624"/>
                </a:moveTo>
                <a:lnTo>
                  <a:pt x="548640" y="420624"/>
                </a:lnTo>
                <a:lnTo>
                  <a:pt x="548640" y="393192"/>
                </a:lnTo>
                <a:lnTo>
                  <a:pt x="576072" y="393192"/>
                </a:lnTo>
                <a:lnTo>
                  <a:pt x="576072" y="420624"/>
                </a:lnTo>
                <a:moveTo>
                  <a:pt x="630936" y="420624"/>
                </a:moveTo>
                <a:lnTo>
                  <a:pt x="603504" y="420624"/>
                </a:lnTo>
                <a:lnTo>
                  <a:pt x="603504" y="393192"/>
                </a:lnTo>
                <a:lnTo>
                  <a:pt x="630936" y="393192"/>
                </a:lnTo>
                <a:lnTo>
                  <a:pt x="630936" y="420624"/>
                </a:lnTo>
                <a:moveTo>
                  <a:pt x="676656" y="420624"/>
                </a:moveTo>
                <a:lnTo>
                  <a:pt x="658368" y="420624"/>
                </a:lnTo>
                <a:lnTo>
                  <a:pt x="658368" y="393192"/>
                </a:lnTo>
                <a:lnTo>
                  <a:pt x="676656" y="393192"/>
                </a:lnTo>
                <a:lnTo>
                  <a:pt x="676656" y="420624"/>
                </a:lnTo>
                <a:moveTo>
                  <a:pt x="731520" y="420624"/>
                </a:moveTo>
                <a:lnTo>
                  <a:pt x="704088" y="420624"/>
                </a:lnTo>
                <a:lnTo>
                  <a:pt x="704088" y="393192"/>
                </a:lnTo>
                <a:lnTo>
                  <a:pt x="731520" y="393192"/>
                </a:lnTo>
                <a:lnTo>
                  <a:pt x="731520" y="420624"/>
                </a:lnTo>
                <a:moveTo>
                  <a:pt x="786384" y="420624"/>
                </a:moveTo>
                <a:lnTo>
                  <a:pt x="758952" y="420624"/>
                </a:lnTo>
                <a:lnTo>
                  <a:pt x="758952" y="393192"/>
                </a:lnTo>
                <a:lnTo>
                  <a:pt x="786384" y="393192"/>
                </a:lnTo>
                <a:lnTo>
                  <a:pt x="786384" y="420624"/>
                </a:lnTo>
                <a:moveTo>
                  <a:pt x="832104" y="420624"/>
                </a:moveTo>
                <a:lnTo>
                  <a:pt x="804672" y="420624"/>
                </a:lnTo>
                <a:lnTo>
                  <a:pt x="804672" y="393192"/>
                </a:lnTo>
                <a:lnTo>
                  <a:pt x="832104" y="393192"/>
                </a:lnTo>
                <a:lnTo>
                  <a:pt x="832104" y="420624"/>
                </a:lnTo>
                <a:moveTo>
                  <a:pt x="886968" y="420624"/>
                </a:moveTo>
                <a:lnTo>
                  <a:pt x="859536" y="420624"/>
                </a:lnTo>
                <a:lnTo>
                  <a:pt x="859536" y="393192"/>
                </a:lnTo>
                <a:lnTo>
                  <a:pt x="886968" y="393192"/>
                </a:lnTo>
                <a:lnTo>
                  <a:pt x="886968" y="420624"/>
                </a:lnTo>
                <a:moveTo>
                  <a:pt x="932688" y="420624"/>
                </a:moveTo>
                <a:lnTo>
                  <a:pt x="914400" y="420624"/>
                </a:lnTo>
                <a:lnTo>
                  <a:pt x="914400" y="393192"/>
                </a:lnTo>
                <a:lnTo>
                  <a:pt x="932688" y="393192"/>
                </a:lnTo>
                <a:lnTo>
                  <a:pt x="932688" y="420624"/>
                </a:lnTo>
                <a:moveTo>
                  <a:pt x="987552" y="420624"/>
                </a:moveTo>
                <a:lnTo>
                  <a:pt x="960120" y="420624"/>
                </a:lnTo>
                <a:lnTo>
                  <a:pt x="960120" y="393192"/>
                </a:lnTo>
                <a:lnTo>
                  <a:pt x="987552" y="393192"/>
                </a:lnTo>
                <a:lnTo>
                  <a:pt x="987552" y="420624"/>
                </a:lnTo>
                <a:moveTo>
                  <a:pt x="1042416" y="420624"/>
                </a:moveTo>
                <a:lnTo>
                  <a:pt x="1014984" y="420624"/>
                </a:lnTo>
                <a:lnTo>
                  <a:pt x="1014984" y="393192"/>
                </a:lnTo>
                <a:lnTo>
                  <a:pt x="1042416" y="393192"/>
                </a:lnTo>
                <a:lnTo>
                  <a:pt x="1042416" y="420624"/>
                </a:lnTo>
                <a:moveTo>
                  <a:pt x="1088136" y="420624"/>
                </a:moveTo>
                <a:lnTo>
                  <a:pt x="1069848" y="420624"/>
                </a:lnTo>
                <a:lnTo>
                  <a:pt x="1069848" y="393192"/>
                </a:lnTo>
                <a:lnTo>
                  <a:pt x="1088136" y="393192"/>
                </a:lnTo>
                <a:lnTo>
                  <a:pt x="1088136" y="420624"/>
                </a:lnTo>
                <a:moveTo>
                  <a:pt x="1143000" y="420624"/>
                </a:moveTo>
                <a:lnTo>
                  <a:pt x="1115568" y="420624"/>
                </a:lnTo>
                <a:lnTo>
                  <a:pt x="1115568" y="393192"/>
                </a:lnTo>
                <a:lnTo>
                  <a:pt x="1143000" y="393192"/>
                </a:lnTo>
                <a:lnTo>
                  <a:pt x="1143000" y="420624"/>
                </a:ln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5" name="对象2"/>
          <p:cNvSpPr/>
          <p:nvPr>
            <p:custDataLst>
              <p:tags r:id="rId3"/>
            </p:custDataLst>
          </p:nvPr>
        </p:nvSpPr>
        <p:spPr>
          <a:xfrm>
            <a:off x="7461289" y="4446591"/>
            <a:ext cx="4108231" cy="454409"/>
          </a:xfrm>
          <a:custGeom>
            <a:avLst/>
            <a:gdLst/>
            <a:ahLst/>
            <a:cxnLst/>
            <a:rect l="l" t="t" r="r" b="b"/>
            <a:pathLst>
              <a:path w="4050792" h="448056">
                <a:moveTo>
                  <a:pt x="877824" y="0"/>
                </a:moveTo>
                <a:lnTo>
                  <a:pt x="896112" y="0"/>
                </a:lnTo>
                <a:lnTo>
                  <a:pt x="896112" y="27432"/>
                </a:lnTo>
                <a:lnTo>
                  <a:pt x="886968" y="27432"/>
                </a:lnTo>
                <a:lnTo>
                  <a:pt x="886968" y="27432"/>
                </a:lnTo>
                <a:lnTo>
                  <a:pt x="868680" y="18288"/>
                </a:lnTo>
                <a:lnTo>
                  <a:pt x="877824" y="0"/>
                </a:lnTo>
                <a:moveTo>
                  <a:pt x="950976" y="27432"/>
                </a:moveTo>
                <a:lnTo>
                  <a:pt x="923544" y="27432"/>
                </a:lnTo>
                <a:lnTo>
                  <a:pt x="923544" y="0"/>
                </a:lnTo>
                <a:lnTo>
                  <a:pt x="950976" y="0"/>
                </a:lnTo>
                <a:lnTo>
                  <a:pt x="950976" y="27432"/>
                </a:lnTo>
                <a:moveTo>
                  <a:pt x="996696" y="27432"/>
                </a:moveTo>
                <a:lnTo>
                  <a:pt x="969264" y="27432"/>
                </a:lnTo>
                <a:lnTo>
                  <a:pt x="969264" y="0"/>
                </a:lnTo>
                <a:lnTo>
                  <a:pt x="996696" y="0"/>
                </a:lnTo>
                <a:lnTo>
                  <a:pt x="996696" y="27432"/>
                </a:lnTo>
                <a:moveTo>
                  <a:pt x="1051560" y="27432"/>
                </a:moveTo>
                <a:lnTo>
                  <a:pt x="1024128" y="27432"/>
                </a:lnTo>
                <a:lnTo>
                  <a:pt x="1024128" y="0"/>
                </a:lnTo>
                <a:lnTo>
                  <a:pt x="1051560" y="0"/>
                </a:lnTo>
                <a:lnTo>
                  <a:pt x="1051560" y="27432"/>
                </a:lnTo>
                <a:moveTo>
                  <a:pt x="1097280" y="27432"/>
                </a:moveTo>
                <a:lnTo>
                  <a:pt x="1069848" y="27432"/>
                </a:lnTo>
                <a:lnTo>
                  <a:pt x="1069848" y="0"/>
                </a:lnTo>
                <a:lnTo>
                  <a:pt x="1097280" y="0"/>
                </a:lnTo>
                <a:lnTo>
                  <a:pt x="1097280" y="27432"/>
                </a:lnTo>
                <a:moveTo>
                  <a:pt x="1152144" y="27432"/>
                </a:moveTo>
                <a:lnTo>
                  <a:pt x="1124712" y="27432"/>
                </a:lnTo>
                <a:lnTo>
                  <a:pt x="1124712" y="0"/>
                </a:lnTo>
                <a:lnTo>
                  <a:pt x="1152144" y="0"/>
                </a:lnTo>
                <a:lnTo>
                  <a:pt x="1152144" y="27432"/>
                </a:lnTo>
                <a:moveTo>
                  <a:pt x="1197864" y="27432"/>
                </a:moveTo>
                <a:lnTo>
                  <a:pt x="1179576" y="27432"/>
                </a:lnTo>
                <a:lnTo>
                  <a:pt x="1179576" y="0"/>
                </a:lnTo>
                <a:lnTo>
                  <a:pt x="1197864" y="0"/>
                </a:lnTo>
                <a:lnTo>
                  <a:pt x="1197864" y="27432"/>
                </a:lnTo>
                <a:moveTo>
                  <a:pt x="1252728" y="27432"/>
                </a:moveTo>
                <a:lnTo>
                  <a:pt x="1225296" y="27432"/>
                </a:lnTo>
                <a:lnTo>
                  <a:pt x="1225296" y="0"/>
                </a:lnTo>
                <a:lnTo>
                  <a:pt x="1252728" y="0"/>
                </a:lnTo>
                <a:lnTo>
                  <a:pt x="1252728" y="27432"/>
                </a:lnTo>
                <a:moveTo>
                  <a:pt x="1307592" y="27432"/>
                </a:moveTo>
                <a:lnTo>
                  <a:pt x="1280160" y="27432"/>
                </a:lnTo>
                <a:lnTo>
                  <a:pt x="1280160" y="0"/>
                </a:lnTo>
                <a:lnTo>
                  <a:pt x="1307592" y="0"/>
                </a:lnTo>
                <a:lnTo>
                  <a:pt x="1307592" y="27432"/>
                </a:lnTo>
                <a:moveTo>
                  <a:pt x="1353312" y="27432"/>
                </a:moveTo>
                <a:lnTo>
                  <a:pt x="1325880" y="27432"/>
                </a:lnTo>
                <a:lnTo>
                  <a:pt x="1325880" y="0"/>
                </a:lnTo>
                <a:lnTo>
                  <a:pt x="1353312" y="0"/>
                </a:lnTo>
                <a:lnTo>
                  <a:pt x="1353312" y="27432"/>
                </a:lnTo>
                <a:moveTo>
                  <a:pt x="1408176" y="27432"/>
                </a:moveTo>
                <a:lnTo>
                  <a:pt x="1380744" y="27432"/>
                </a:lnTo>
                <a:lnTo>
                  <a:pt x="1380744" y="0"/>
                </a:lnTo>
                <a:lnTo>
                  <a:pt x="1408176" y="0"/>
                </a:lnTo>
                <a:lnTo>
                  <a:pt x="1408176" y="27432"/>
                </a:lnTo>
                <a:moveTo>
                  <a:pt x="1453896" y="27432"/>
                </a:moveTo>
                <a:lnTo>
                  <a:pt x="1435608" y="27432"/>
                </a:lnTo>
                <a:lnTo>
                  <a:pt x="1435608" y="0"/>
                </a:lnTo>
                <a:lnTo>
                  <a:pt x="1453896" y="0"/>
                </a:lnTo>
                <a:lnTo>
                  <a:pt x="1453896" y="27432"/>
                </a:lnTo>
                <a:moveTo>
                  <a:pt x="1508760" y="27432"/>
                </a:moveTo>
                <a:lnTo>
                  <a:pt x="1481328" y="27432"/>
                </a:lnTo>
                <a:lnTo>
                  <a:pt x="1481328" y="0"/>
                </a:lnTo>
                <a:lnTo>
                  <a:pt x="1508760" y="0"/>
                </a:lnTo>
                <a:lnTo>
                  <a:pt x="1508760" y="27432"/>
                </a:lnTo>
                <a:moveTo>
                  <a:pt x="1563624" y="27432"/>
                </a:moveTo>
                <a:lnTo>
                  <a:pt x="1536192" y="27432"/>
                </a:lnTo>
                <a:lnTo>
                  <a:pt x="1536192" y="0"/>
                </a:lnTo>
                <a:lnTo>
                  <a:pt x="1563624" y="0"/>
                </a:lnTo>
                <a:lnTo>
                  <a:pt x="1563624" y="27432"/>
                </a:lnTo>
                <a:moveTo>
                  <a:pt x="1609344" y="27432"/>
                </a:moveTo>
                <a:lnTo>
                  <a:pt x="1581912" y="27432"/>
                </a:lnTo>
                <a:lnTo>
                  <a:pt x="1581912" y="0"/>
                </a:lnTo>
                <a:lnTo>
                  <a:pt x="1609344" y="0"/>
                </a:lnTo>
                <a:lnTo>
                  <a:pt x="1609344" y="27432"/>
                </a:lnTo>
                <a:moveTo>
                  <a:pt x="1664208" y="27432"/>
                </a:moveTo>
                <a:lnTo>
                  <a:pt x="1636776" y="27432"/>
                </a:lnTo>
                <a:lnTo>
                  <a:pt x="1636776" y="0"/>
                </a:lnTo>
                <a:lnTo>
                  <a:pt x="1664208" y="0"/>
                </a:lnTo>
                <a:lnTo>
                  <a:pt x="1664208" y="27432"/>
                </a:lnTo>
                <a:moveTo>
                  <a:pt x="1709928" y="27432"/>
                </a:moveTo>
                <a:lnTo>
                  <a:pt x="1691640" y="27432"/>
                </a:lnTo>
                <a:lnTo>
                  <a:pt x="1691640" y="0"/>
                </a:lnTo>
                <a:lnTo>
                  <a:pt x="1709928" y="0"/>
                </a:lnTo>
                <a:lnTo>
                  <a:pt x="1709928" y="27432"/>
                </a:lnTo>
                <a:moveTo>
                  <a:pt x="1764792" y="27432"/>
                </a:moveTo>
                <a:lnTo>
                  <a:pt x="1737360" y="27432"/>
                </a:lnTo>
                <a:lnTo>
                  <a:pt x="1737360" y="0"/>
                </a:lnTo>
                <a:lnTo>
                  <a:pt x="1764792" y="0"/>
                </a:lnTo>
                <a:lnTo>
                  <a:pt x="1764792" y="27432"/>
                </a:lnTo>
                <a:moveTo>
                  <a:pt x="1819656" y="27432"/>
                </a:moveTo>
                <a:lnTo>
                  <a:pt x="1792224" y="27432"/>
                </a:lnTo>
                <a:lnTo>
                  <a:pt x="1792224" y="0"/>
                </a:lnTo>
                <a:lnTo>
                  <a:pt x="1819656" y="0"/>
                </a:lnTo>
                <a:lnTo>
                  <a:pt x="1819656" y="27432"/>
                </a:lnTo>
                <a:moveTo>
                  <a:pt x="1865376" y="27432"/>
                </a:moveTo>
                <a:lnTo>
                  <a:pt x="1837944" y="27432"/>
                </a:lnTo>
                <a:lnTo>
                  <a:pt x="1837944" y="0"/>
                </a:lnTo>
                <a:lnTo>
                  <a:pt x="1865376" y="0"/>
                </a:lnTo>
                <a:lnTo>
                  <a:pt x="1865376" y="27432"/>
                </a:lnTo>
                <a:moveTo>
                  <a:pt x="1920240" y="27432"/>
                </a:moveTo>
                <a:lnTo>
                  <a:pt x="1892808" y="27432"/>
                </a:lnTo>
                <a:lnTo>
                  <a:pt x="1892808" y="0"/>
                </a:lnTo>
                <a:lnTo>
                  <a:pt x="1920240" y="0"/>
                </a:lnTo>
                <a:lnTo>
                  <a:pt x="1920240" y="27432"/>
                </a:lnTo>
                <a:moveTo>
                  <a:pt x="1965960" y="27432"/>
                </a:moveTo>
                <a:lnTo>
                  <a:pt x="1947672" y="27432"/>
                </a:lnTo>
                <a:lnTo>
                  <a:pt x="1947672" y="0"/>
                </a:lnTo>
                <a:lnTo>
                  <a:pt x="1965960" y="0"/>
                </a:lnTo>
                <a:lnTo>
                  <a:pt x="1965960" y="27432"/>
                </a:lnTo>
                <a:moveTo>
                  <a:pt x="2020824" y="27432"/>
                </a:moveTo>
                <a:lnTo>
                  <a:pt x="1993392" y="27432"/>
                </a:lnTo>
                <a:lnTo>
                  <a:pt x="1993392" y="0"/>
                </a:lnTo>
                <a:lnTo>
                  <a:pt x="2020824" y="0"/>
                </a:lnTo>
                <a:lnTo>
                  <a:pt x="2020824" y="27432"/>
                </a:lnTo>
                <a:moveTo>
                  <a:pt x="2066544" y="27432"/>
                </a:moveTo>
                <a:lnTo>
                  <a:pt x="2048256" y="27432"/>
                </a:lnTo>
                <a:lnTo>
                  <a:pt x="2048256" y="0"/>
                </a:lnTo>
                <a:lnTo>
                  <a:pt x="2066544" y="0"/>
                </a:lnTo>
                <a:lnTo>
                  <a:pt x="2066544" y="27432"/>
                </a:lnTo>
                <a:moveTo>
                  <a:pt x="2121408" y="27432"/>
                </a:moveTo>
                <a:lnTo>
                  <a:pt x="2093976" y="27432"/>
                </a:lnTo>
                <a:lnTo>
                  <a:pt x="2093976" y="0"/>
                </a:lnTo>
                <a:lnTo>
                  <a:pt x="2121408" y="0"/>
                </a:lnTo>
                <a:lnTo>
                  <a:pt x="2121408" y="27432"/>
                </a:lnTo>
                <a:moveTo>
                  <a:pt x="2176272" y="27432"/>
                </a:moveTo>
                <a:lnTo>
                  <a:pt x="2148840" y="27432"/>
                </a:lnTo>
                <a:lnTo>
                  <a:pt x="2148840" y="0"/>
                </a:lnTo>
                <a:lnTo>
                  <a:pt x="2176272" y="0"/>
                </a:lnTo>
                <a:lnTo>
                  <a:pt x="2176272" y="27432"/>
                </a:lnTo>
                <a:moveTo>
                  <a:pt x="2221992" y="27432"/>
                </a:moveTo>
                <a:lnTo>
                  <a:pt x="2194560" y="27432"/>
                </a:lnTo>
                <a:lnTo>
                  <a:pt x="2194560" y="0"/>
                </a:lnTo>
                <a:lnTo>
                  <a:pt x="2221992" y="0"/>
                </a:lnTo>
                <a:lnTo>
                  <a:pt x="2221992" y="27432"/>
                </a:lnTo>
                <a:moveTo>
                  <a:pt x="2276856" y="27432"/>
                </a:moveTo>
                <a:lnTo>
                  <a:pt x="2249424" y="27432"/>
                </a:lnTo>
                <a:lnTo>
                  <a:pt x="2249424" y="0"/>
                </a:lnTo>
                <a:lnTo>
                  <a:pt x="2276856" y="0"/>
                </a:lnTo>
                <a:lnTo>
                  <a:pt x="2276856" y="27432"/>
                </a:lnTo>
                <a:moveTo>
                  <a:pt x="2322576" y="27432"/>
                </a:moveTo>
                <a:lnTo>
                  <a:pt x="2304288" y="27432"/>
                </a:lnTo>
                <a:lnTo>
                  <a:pt x="2304288" y="0"/>
                </a:lnTo>
                <a:lnTo>
                  <a:pt x="2322576" y="0"/>
                </a:lnTo>
                <a:lnTo>
                  <a:pt x="2322576" y="27432"/>
                </a:lnTo>
                <a:moveTo>
                  <a:pt x="2377440" y="27432"/>
                </a:moveTo>
                <a:lnTo>
                  <a:pt x="2350008" y="27432"/>
                </a:lnTo>
                <a:lnTo>
                  <a:pt x="2350008" y="0"/>
                </a:lnTo>
                <a:lnTo>
                  <a:pt x="2377440" y="0"/>
                </a:lnTo>
                <a:lnTo>
                  <a:pt x="2377440" y="27432"/>
                </a:lnTo>
                <a:moveTo>
                  <a:pt x="2432304" y="27432"/>
                </a:moveTo>
                <a:lnTo>
                  <a:pt x="2404872" y="27432"/>
                </a:lnTo>
                <a:lnTo>
                  <a:pt x="2404872" y="0"/>
                </a:lnTo>
                <a:lnTo>
                  <a:pt x="2432304" y="0"/>
                </a:lnTo>
                <a:lnTo>
                  <a:pt x="2432304" y="27432"/>
                </a:lnTo>
                <a:moveTo>
                  <a:pt x="2478024" y="27432"/>
                </a:moveTo>
                <a:lnTo>
                  <a:pt x="2450592" y="27432"/>
                </a:lnTo>
                <a:lnTo>
                  <a:pt x="2450592" y="0"/>
                </a:lnTo>
                <a:lnTo>
                  <a:pt x="2478024" y="0"/>
                </a:lnTo>
                <a:lnTo>
                  <a:pt x="2478024" y="27432"/>
                </a:lnTo>
                <a:moveTo>
                  <a:pt x="2532888" y="27432"/>
                </a:moveTo>
                <a:lnTo>
                  <a:pt x="2505456" y="27432"/>
                </a:lnTo>
                <a:lnTo>
                  <a:pt x="2505456" y="0"/>
                </a:lnTo>
                <a:lnTo>
                  <a:pt x="2532888" y="0"/>
                </a:lnTo>
                <a:lnTo>
                  <a:pt x="2532888" y="27432"/>
                </a:lnTo>
                <a:moveTo>
                  <a:pt x="2578608" y="27432"/>
                </a:moveTo>
                <a:lnTo>
                  <a:pt x="2560320" y="27432"/>
                </a:lnTo>
                <a:lnTo>
                  <a:pt x="2560320" y="0"/>
                </a:lnTo>
                <a:lnTo>
                  <a:pt x="2578608" y="0"/>
                </a:lnTo>
                <a:lnTo>
                  <a:pt x="2578608" y="27432"/>
                </a:lnTo>
                <a:moveTo>
                  <a:pt x="2633472" y="27432"/>
                </a:moveTo>
                <a:lnTo>
                  <a:pt x="2606040" y="27432"/>
                </a:lnTo>
                <a:lnTo>
                  <a:pt x="2606040" y="0"/>
                </a:lnTo>
                <a:lnTo>
                  <a:pt x="2633472" y="0"/>
                </a:lnTo>
                <a:lnTo>
                  <a:pt x="2633472" y="27432"/>
                </a:lnTo>
                <a:moveTo>
                  <a:pt x="2688336" y="27432"/>
                </a:moveTo>
                <a:lnTo>
                  <a:pt x="2660904" y="27432"/>
                </a:lnTo>
                <a:lnTo>
                  <a:pt x="2660904" y="0"/>
                </a:lnTo>
                <a:lnTo>
                  <a:pt x="2688336" y="0"/>
                </a:lnTo>
                <a:lnTo>
                  <a:pt x="2688336" y="27432"/>
                </a:lnTo>
                <a:moveTo>
                  <a:pt x="2734056" y="27432"/>
                </a:moveTo>
                <a:lnTo>
                  <a:pt x="2706624" y="27432"/>
                </a:lnTo>
                <a:lnTo>
                  <a:pt x="2706624" y="0"/>
                </a:lnTo>
                <a:lnTo>
                  <a:pt x="2734056" y="0"/>
                </a:lnTo>
                <a:lnTo>
                  <a:pt x="2734056" y="27432"/>
                </a:lnTo>
                <a:moveTo>
                  <a:pt x="2788920" y="27432"/>
                </a:moveTo>
                <a:lnTo>
                  <a:pt x="2761488" y="27432"/>
                </a:lnTo>
                <a:lnTo>
                  <a:pt x="2761488" y="0"/>
                </a:lnTo>
                <a:lnTo>
                  <a:pt x="2788920" y="0"/>
                </a:lnTo>
                <a:lnTo>
                  <a:pt x="2788920" y="27432"/>
                </a:lnTo>
                <a:moveTo>
                  <a:pt x="2834640" y="27432"/>
                </a:moveTo>
                <a:lnTo>
                  <a:pt x="2816352" y="27432"/>
                </a:lnTo>
                <a:lnTo>
                  <a:pt x="2816352" y="0"/>
                </a:lnTo>
                <a:lnTo>
                  <a:pt x="2834640" y="0"/>
                </a:lnTo>
                <a:lnTo>
                  <a:pt x="2834640" y="27432"/>
                </a:lnTo>
                <a:moveTo>
                  <a:pt x="2889504" y="27432"/>
                </a:moveTo>
                <a:lnTo>
                  <a:pt x="2862072" y="27432"/>
                </a:lnTo>
                <a:lnTo>
                  <a:pt x="2862072" y="0"/>
                </a:lnTo>
                <a:lnTo>
                  <a:pt x="2889504" y="0"/>
                </a:lnTo>
                <a:lnTo>
                  <a:pt x="2889504" y="27432"/>
                </a:lnTo>
                <a:moveTo>
                  <a:pt x="2935224" y="27432"/>
                </a:moveTo>
                <a:lnTo>
                  <a:pt x="2916936" y="27432"/>
                </a:lnTo>
                <a:lnTo>
                  <a:pt x="2916936" y="0"/>
                </a:lnTo>
                <a:lnTo>
                  <a:pt x="2935224" y="0"/>
                </a:lnTo>
                <a:lnTo>
                  <a:pt x="2935224" y="27432"/>
                </a:lnTo>
                <a:moveTo>
                  <a:pt x="2990088" y="27432"/>
                </a:moveTo>
                <a:lnTo>
                  <a:pt x="2962656" y="27432"/>
                </a:lnTo>
                <a:lnTo>
                  <a:pt x="2962656" y="0"/>
                </a:lnTo>
                <a:lnTo>
                  <a:pt x="2990088" y="0"/>
                </a:lnTo>
                <a:lnTo>
                  <a:pt x="2990088" y="27432"/>
                </a:lnTo>
                <a:moveTo>
                  <a:pt x="3044952" y="27432"/>
                </a:moveTo>
                <a:lnTo>
                  <a:pt x="3017520" y="27432"/>
                </a:lnTo>
                <a:lnTo>
                  <a:pt x="3017520" y="0"/>
                </a:lnTo>
                <a:lnTo>
                  <a:pt x="3044952" y="0"/>
                </a:lnTo>
                <a:lnTo>
                  <a:pt x="3044952" y="27432"/>
                </a:lnTo>
                <a:moveTo>
                  <a:pt x="3090672" y="27432"/>
                </a:moveTo>
                <a:lnTo>
                  <a:pt x="3063240" y="27432"/>
                </a:lnTo>
                <a:lnTo>
                  <a:pt x="3063240" y="0"/>
                </a:lnTo>
                <a:lnTo>
                  <a:pt x="3090672" y="0"/>
                </a:lnTo>
                <a:lnTo>
                  <a:pt x="3090672" y="27432"/>
                </a:lnTo>
                <a:moveTo>
                  <a:pt x="3145536" y="27432"/>
                </a:moveTo>
                <a:lnTo>
                  <a:pt x="3118104" y="27432"/>
                </a:lnTo>
                <a:lnTo>
                  <a:pt x="3118104" y="0"/>
                </a:lnTo>
                <a:lnTo>
                  <a:pt x="3145536" y="0"/>
                </a:lnTo>
                <a:lnTo>
                  <a:pt x="3145536" y="27432"/>
                </a:lnTo>
                <a:moveTo>
                  <a:pt x="3191256" y="27432"/>
                </a:moveTo>
                <a:lnTo>
                  <a:pt x="3172968" y="27432"/>
                </a:lnTo>
                <a:lnTo>
                  <a:pt x="3172968" y="0"/>
                </a:lnTo>
                <a:lnTo>
                  <a:pt x="3191256" y="0"/>
                </a:lnTo>
                <a:lnTo>
                  <a:pt x="3191256" y="27432"/>
                </a:lnTo>
                <a:moveTo>
                  <a:pt x="3246120" y="27432"/>
                </a:moveTo>
                <a:lnTo>
                  <a:pt x="3218688" y="27432"/>
                </a:lnTo>
                <a:lnTo>
                  <a:pt x="3218688" y="0"/>
                </a:lnTo>
                <a:lnTo>
                  <a:pt x="3246120" y="0"/>
                </a:lnTo>
                <a:lnTo>
                  <a:pt x="3246120" y="27432"/>
                </a:lnTo>
                <a:moveTo>
                  <a:pt x="3300984" y="27432"/>
                </a:moveTo>
                <a:lnTo>
                  <a:pt x="3273552" y="27432"/>
                </a:lnTo>
                <a:lnTo>
                  <a:pt x="3273552" y="0"/>
                </a:lnTo>
                <a:lnTo>
                  <a:pt x="3300984" y="0"/>
                </a:lnTo>
                <a:lnTo>
                  <a:pt x="3300984" y="27432"/>
                </a:lnTo>
                <a:moveTo>
                  <a:pt x="3346704" y="27432"/>
                </a:moveTo>
                <a:lnTo>
                  <a:pt x="3319272" y="27432"/>
                </a:lnTo>
                <a:lnTo>
                  <a:pt x="3319272" y="0"/>
                </a:lnTo>
                <a:lnTo>
                  <a:pt x="3346704" y="0"/>
                </a:lnTo>
                <a:lnTo>
                  <a:pt x="3346704" y="27432"/>
                </a:lnTo>
                <a:moveTo>
                  <a:pt x="3401568" y="27432"/>
                </a:moveTo>
                <a:lnTo>
                  <a:pt x="3374136" y="27432"/>
                </a:lnTo>
                <a:lnTo>
                  <a:pt x="3374136" y="0"/>
                </a:lnTo>
                <a:lnTo>
                  <a:pt x="3401568" y="0"/>
                </a:lnTo>
                <a:lnTo>
                  <a:pt x="3401568" y="27432"/>
                </a:lnTo>
                <a:moveTo>
                  <a:pt x="3447288" y="27432"/>
                </a:moveTo>
                <a:lnTo>
                  <a:pt x="3429000" y="27432"/>
                </a:lnTo>
                <a:lnTo>
                  <a:pt x="3429000" y="0"/>
                </a:lnTo>
                <a:lnTo>
                  <a:pt x="3447288" y="0"/>
                </a:lnTo>
                <a:lnTo>
                  <a:pt x="3447288" y="27432"/>
                </a:lnTo>
                <a:moveTo>
                  <a:pt x="3502152" y="27432"/>
                </a:moveTo>
                <a:lnTo>
                  <a:pt x="3474720" y="27432"/>
                </a:lnTo>
                <a:lnTo>
                  <a:pt x="3474720" y="0"/>
                </a:lnTo>
                <a:lnTo>
                  <a:pt x="3502152" y="0"/>
                </a:lnTo>
                <a:lnTo>
                  <a:pt x="3502152" y="27432"/>
                </a:lnTo>
                <a:moveTo>
                  <a:pt x="3557016" y="27432"/>
                </a:moveTo>
                <a:lnTo>
                  <a:pt x="3529584" y="27432"/>
                </a:lnTo>
                <a:lnTo>
                  <a:pt x="3529584" y="0"/>
                </a:lnTo>
                <a:lnTo>
                  <a:pt x="3557016" y="0"/>
                </a:lnTo>
                <a:lnTo>
                  <a:pt x="3557016" y="27432"/>
                </a:lnTo>
                <a:moveTo>
                  <a:pt x="3602736" y="27432"/>
                </a:moveTo>
                <a:lnTo>
                  <a:pt x="3575304" y="27432"/>
                </a:lnTo>
                <a:lnTo>
                  <a:pt x="3575304" y="0"/>
                </a:lnTo>
                <a:lnTo>
                  <a:pt x="3602736" y="0"/>
                </a:lnTo>
                <a:lnTo>
                  <a:pt x="3602736" y="27432"/>
                </a:lnTo>
                <a:moveTo>
                  <a:pt x="3657600" y="27432"/>
                </a:moveTo>
                <a:lnTo>
                  <a:pt x="3630168" y="27432"/>
                </a:lnTo>
                <a:lnTo>
                  <a:pt x="3630168" y="0"/>
                </a:lnTo>
                <a:lnTo>
                  <a:pt x="3657600" y="0"/>
                </a:lnTo>
                <a:lnTo>
                  <a:pt x="3657600" y="27432"/>
                </a:lnTo>
                <a:moveTo>
                  <a:pt x="3703320" y="27432"/>
                </a:moveTo>
                <a:lnTo>
                  <a:pt x="3685032" y="27432"/>
                </a:lnTo>
                <a:lnTo>
                  <a:pt x="3685032" y="0"/>
                </a:lnTo>
                <a:lnTo>
                  <a:pt x="3703320" y="0"/>
                </a:lnTo>
                <a:lnTo>
                  <a:pt x="3703320" y="27432"/>
                </a:lnTo>
                <a:moveTo>
                  <a:pt x="3758184" y="27432"/>
                </a:moveTo>
                <a:lnTo>
                  <a:pt x="3730752" y="27432"/>
                </a:lnTo>
                <a:lnTo>
                  <a:pt x="3730752" y="0"/>
                </a:lnTo>
                <a:lnTo>
                  <a:pt x="3758184" y="0"/>
                </a:lnTo>
                <a:lnTo>
                  <a:pt x="3758184" y="27432"/>
                </a:lnTo>
                <a:moveTo>
                  <a:pt x="3813048" y="27432"/>
                </a:moveTo>
                <a:lnTo>
                  <a:pt x="3785616" y="27432"/>
                </a:lnTo>
                <a:lnTo>
                  <a:pt x="3785616" y="0"/>
                </a:lnTo>
                <a:lnTo>
                  <a:pt x="3813048" y="0"/>
                </a:lnTo>
                <a:lnTo>
                  <a:pt x="3813048" y="27432"/>
                </a:lnTo>
                <a:moveTo>
                  <a:pt x="3858768" y="27432"/>
                </a:moveTo>
                <a:lnTo>
                  <a:pt x="3831336" y="27432"/>
                </a:lnTo>
                <a:lnTo>
                  <a:pt x="3831336" y="0"/>
                </a:lnTo>
                <a:lnTo>
                  <a:pt x="3858768" y="0"/>
                </a:lnTo>
                <a:lnTo>
                  <a:pt x="3858768" y="27432"/>
                </a:lnTo>
                <a:moveTo>
                  <a:pt x="3913632" y="27432"/>
                </a:moveTo>
                <a:lnTo>
                  <a:pt x="3886200" y="27432"/>
                </a:lnTo>
                <a:lnTo>
                  <a:pt x="3886200" y="0"/>
                </a:lnTo>
                <a:lnTo>
                  <a:pt x="3913632" y="0"/>
                </a:lnTo>
                <a:lnTo>
                  <a:pt x="3913632" y="27432"/>
                </a:lnTo>
                <a:moveTo>
                  <a:pt x="3959352" y="27432"/>
                </a:moveTo>
                <a:lnTo>
                  <a:pt x="3931920" y="27432"/>
                </a:lnTo>
                <a:lnTo>
                  <a:pt x="3931920" y="0"/>
                </a:lnTo>
                <a:lnTo>
                  <a:pt x="3959352" y="0"/>
                </a:lnTo>
                <a:lnTo>
                  <a:pt x="3959352" y="27432"/>
                </a:lnTo>
                <a:moveTo>
                  <a:pt x="4014216" y="27432"/>
                </a:moveTo>
                <a:lnTo>
                  <a:pt x="3986784" y="27432"/>
                </a:lnTo>
                <a:lnTo>
                  <a:pt x="3986784" y="0"/>
                </a:lnTo>
                <a:lnTo>
                  <a:pt x="4014216" y="0"/>
                </a:lnTo>
                <a:lnTo>
                  <a:pt x="4014216" y="27432"/>
                </a:lnTo>
                <a:moveTo>
                  <a:pt x="4050792" y="27432"/>
                </a:moveTo>
                <a:lnTo>
                  <a:pt x="4041648" y="27432"/>
                </a:lnTo>
                <a:lnTo>
                  <a:pt x="4041648" y="0"/>
                </a:lnTo>
                <a:lnTo>
                  <a:pt x="4050792" y="0"/>
                </a:lnTo>
                <a:lnTo>
                  <a:pt x="4050792" y="27432"/>
                </a:lnTo>
                <a:moveTo>
                  <a:pt x="877824" y="54864"/>
                </a:moveTo>
                <a:lnTo>
                  <a:pt x="868680" y="73152"/>
                </a:lnTo>
                <a:lnTo>
                  <a:pt x="841248" y="64008"/>
                </a:lnTo>
                <a:lnTo>
                  <a:pt x="850392" y="45720"/>
                </a:lnTo>
                <a:lnTo>
                  <a:pt x="877824" y="54864"/>
                </a:lnTo>
                <a:moveTo>
                  <a:pt x="859536" y="100584"/>
                </a:moveTo>
                <a:lnTo>
                  <a:pt x="841248" y="118872"/>
                </a:lnTo>
                <a:lnTo>
                  <a:pt x="822960" y="109728"/>
                </a:lnTo>
                <a:lnTo>
                  <a:pt x="832104" y="91440"/>
                </a:lnTo>
                <a:lnTo>
                  <a:pt x="859536" y="100584"/>
                </a:lnTo>
                <a:moveTo>
                  <a:pt x="832104" y="146304"/>
                </a:moveTo>
                <a:lnTo>
                  <a:pt x="822960" y="173736"/>
                </a:lnTo>
                <a:lnTo>
                  <a:pt x="795528" y="155448"/>
                </a:lnTo>
                <a:lnTo>
                  <a:pt x="813816" y="137160"/>
                </a:lnTo>
                <a:lnTo>
                  <a:pt x="832104" y="146304"/>
                </a:lnTo>
                <a:moveTo>
                  <a:pt x="813816" y="192024"/>
                </a:moveTo>
                <a:lnTo>
                  <a:pt x="804672" y="219456"/>
                </a:lnTo>
                <a:lnTo>
                  <a:pt x="777240" y="201168"/>
                </a:lnTo>
                <a:lnTo>
                  <a:pt x="786384" y="182880"/>
                </a:lnTo>
                <a:lnTo>
                  <a:pt x="813816" y="192024"/>
                </a:lnTo>
                <a:moveTo>
                  <a:pt x="786384" y="237744"/>
                </a:moveTo>
                <a:lnTo>
                  <a:pt x="777240" y="265176"/>
                </a:lnTo>
                <a:lnTo>
                  <a:pt x="758952" y="256032"/>
                </a:lnTo>
                <a:lnTo>
                  <a:pt x="768096" y="228600"/>
                </a:lnTo>
                <a:lnTo>
                  <a:pt x="786384" y="237744"/>
                </a:lnTo>
                <a:moveTo>
                  <a:pt x="768096" y="283464"/>
                </a:moveTo>
                <a:lnTo>
                  <a:pt x="758952" y="310896"/>
                </a:lnTo>
                <a:lnTo>
                  <a:pt x="731520" y="301752"/>
                </a:lnTo>
                <a:lnTo>
                  <a:pt x="749808" y="274320"/>
                </a:lnTo>
                <a:lnTo>
                  <a:pt x="768096" y="283464"/>
                </a:lnTo>
                <a:moveTo>
                  <a:pt x="749808" y="329184"/>
                </a:moveTo>
                <a:lnTo>
                  <a:pt x="731520" y="356616"/>
                </a:lnTo>
                <a:lnTo>
                  <a:pt x="713232" y="347472"/>
                </a:lnTo>
                <a:lnTo>
                  <a:pt x="722376" y="320040"/>
                </a:lnTo>
                <a:lnTo>
                  <a:pt x="749808" y="329184"/>
                </a:lnTo>
                <a:moveTo>
                  <a:pt x="722376" y="374904"/>
                </a:moveTo>
                <a:lnTo>
                  <a:pt x="713232" y="402336"/>
                </a:lnTo>
                <a:lnTo>
                  <a:pt x="694944" y="393192"/>
                </a:lnTo>
                <a:lnTo>
                  <a:pt x="704088" y="365760"/>
                </a:lnTo>
                <a:lnTo>
                  <a:pt x="722376" y="374904"/>
                </a:lnTo>
                <a:moveTo>
                  <a:pt x="704088" y="429768"/>
                </a:moveTo>
                <a:lnTo>
                  <a:pt x="694944" y="448056"/>
                </a:lnTo>
                <a:lnTo>
                  <a:pt x="676656" y="448056"/>
                </a:lnTo>
                <a:lnTo>
                  <a:pt x="676656" y="420624"/>
                </a:lnTo>
                <a:lnTo>
                  <a:pt x="676656" y="420624"/>
                </a:lnTo>
                <a:lnTo>
                  <a:pt x="676656" y="411480"/>
                </a:lnTo>
                <a:lnTo>
                  <a:pt x="704088" y="429768"/>
                </a:lnTo>
                <a:moveTo>
                  <a:pt x="9144" y="448056"/>
                </a:moveTo>
                <a:lnTo>
                  <a:pt x="0" y="448056"/>
                </a:lnTo>
                <a:lnTo>
                  <a:pt x="0" y="420624"/>
                </a:lnTo>
                <a:lnTo>
                  <a:pt x="9144" y="420624"/>
                </a:lnTo>
                <a:lnTo>
                  <a:pt x="9144" y="448056"/>
                </a:lnTo>
                <a:moveTo>
                  <a:pt x="64008" y="448056"/>
                </a:moveTo>
                <a:lnTo>
                  <a:pt x="36576" y="448056"/>
                </a:lnTo>
                <a:lnTo>
                  <a:pt x="36576" y="420624"/>
                </a:lnTo>
                <a:lnTo>
                  <a:pt x="64008" y="420624"/>
                </a:lnTo>
                <a:lnTo>
                  <a:pt x="64008" y="448056"/>
                </a:lnTo>
                <a:moveTo>
                  <a:pt x="109728" y="448056"/>
                </a:moveTo>
                <a:lnTo>
                  <a:pt x="82296" y="448056"/>
                </a:lnTo>
                <a:lnTo>
                  <a:pt x="82296" y="420624"/>
                </a:lnTo>
                <a:lnTo>
                  <a:pt x="109728" y="420624"/>
                </a:lnTo>
                <a:lnTo>
                  <a:pt x="109728" y="448056"/>
                </a:lnTo>
                <a:moveTo>
                  <a:pt x="155448" y="448056"/>
                </a:moveTo>
                <a:lnTo>
                  <a:pt x="137160" y="448056"/>
                </a:lnTo>
                <a:lnTo>
                  <a:pt x="137160" y="420624"/>
                </a:lnTo>
                <a:lnTo>
                  <a:pt x="155448" y="420624"/>
                </a:lnTo>
                <a:lnTo>
                  <a:pt x="155448" y="448056"/>
                </a:lnTo>
                <a:moveTo>
                  <a:pt x="210312" y="448056"/>
                </a:moveTo>
                <a:lnTo>
                  <a:pt x="182880" y="448056"/>
                </a:lnTo>
                <a:lnTo>
                  <a:pt x="182880" y="420624"/>
                </a:lnTo>
                <a:lnTo>
                  <a:pt x="210312" y="420624"/>
                </a:lnTo>
                <a:lnTo>
                  <a:pt x="210312" y="448056"/>
                </a:lnTo>
                <a:moveTo>
                  <a:pt x="256032" y="448056"/>
                </a:moveTo>
                <a:lnTo>
                  <a:pt x="228600" y="448056"/>
                </a:lnTo>
                <a:lnTo>
                  <a:pt x="228600" y="420624"/>
                </a:lnTo>
                <a:lnTo>
                  <a:pt x="256032" y="420624"/>
                </a:lnTo>
                <a:lnTo>
                  <a:pt x="256032" y="448056"/>
                </a:lnTo>
                <a:moveTo>
                  <a:pt x="301752" y="448056"/>
                </a:moveTo>
                <a:lnTo>
                  <a:pt x="283464" y="448056"/>
                </a:lnTo>
                <a:lnTo>
                  <a:pt x="283464" y="420624"/>
                </a:lnTo>
                <a:lnTo>
                  <a:pt x="301752" y="420624"/>
                </a:lnTo>
                <a:lnTo>
                  <a:pt x="301752" y="448056"/>
                </a:lnTo>
                <a:moveTo>
                  <a:pt x="356616" y="448056"/>
                </a:moveTo>
                <a:lnTo>
                  <a:pt x="329184" y="448056"/>
                </a:lnTo>
                <a:lnTo>
                  <a:pt x="329184" y="420624"/>
                </a:lnTo>
                <a:lnTo>
                  <a:pt x="356616" y="420624"/>
                </a:lnTo>
                <a:lnTo>
                  <a:pt x="356616" y="448056"/>
                </a:lnTo>
                <a:moveTo>
                  <a:pt x="402336" y="448056"/>
                </a:moveTo>
                <a:lnTo>
                  <a:pt x="384048" y="448056"/>
                </a:lnTo>
                <a:lnTo>
                  <a:pt x="384048" y="420624"/>
                </a:lnTo>
                <a:lnTo>
                  <a:pt x="402336" y="420624"/>
                </a:lnTo>
                <a:lnTo>
                  <a:pt x="402336" y="448056"/>
                </a:lnTo>
                <a:moveTo>
                  <a:pt x="457200" y="448056"/>
                </a:moveTo>
                <a:lnTo>
                  <a:pt x="429768" y="448056"/>
                </a:lnTo>
                <a:lnTo>
                  <a:pt x="429768" y="420624"/>
                </a:lnTo>
                <a:lnTo>
                  <a:pt x="457200" y="420624"/>
                </a:lnTo>
                <a:lnTo>
                  <a:pt x="457200" y="448056"/>
                </a:lnTo>
                <a:moveTo>
                  <a:pt x="502920" y="448056"/>
                </a:moveTo>
                <a:lnTo>
                  <a:pt x="475488" y="448056"/>
                </a:lnTo>
                <a:lnTo>
                  <a:pt x="475488" y="420624"/>
                </a:lnTo>
                <a:lnTo>
                  <a:pt x="502920" y="420624"/>
                </a:lnTo>
                <a:lnTo>
                  <a:pt x="502920" y="448056"/>
                </a:lnTo>
                <a:moveTo>
                  <a:pt x="548640" y="448056"/>
                </a:moveTo>
                <a:lnTo>
                  <a:pt x="530352" y="448056"/>
                </a:lnTo>
                <a:lnTo>
                  <a:pt x="530352" y="420624"/>
                </a:lnTo>
                <a:lnTo>
                  <a:pt x="548640" y="420624"/>
                </a:lnTo>
                <a:lnTo>
                  <a:pt x="548640" y="448056"/>
                </a:lnTo>
                <a:moveTo>
                  <a:pt x="603504" y="448056"/>
                </a:moveTo>
                <a:lnTo>
                  <a:pt x="576072" y="448056"/>
                </a:lnTo>
                <a:lnTo>
                  <a:pt x="576072" y="420624"/>
                </a:lnTo>
                <a:lnTo>
                  <a:pt x="603504" y="420624"/>
                </a:lnTo>
                <a:lnTo>
                  <a:pt x="603504" y="448056"/>
                </a:lnTo>
                <a:moveTo>
                  <a:pt x="649224" y="448056"/>
                </a:moveTo>
                <a:lnTo>
                  <a:pt x="621792" y="448056"/>
                </a:lnTo>
                <a:lnTo>
                  <a:pt x="621792" y="420624"/>
                </a:lnTo>
                <a:lnTo>
                  <a:pt x="649224" y="420624"/>
                </a:lnTo>
                <a:lnTo>
                  <a:pt x="649224" y="448056"/>
                </a:ln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6" name="对象3"/>
          <p:cNvSpPr/>
          <p:nvPr>
            <p:custDataLst>
              <p:tags r:id="rId4"/>
            </p:custDataLst>
          </p:nvPr>
        </p:nvSpPr>
        <p:spPr>
          <a:xfrm>
            <a:off x="623253" y="5153064"/>
            <a:ext cx="4775935" cy="435862"/>
          </a:xfrm>
          <a:custGeom>
            <a:avLst/>
            <a:gdLst/>
            <a:ahLst/>
            <a:cxnLst/>
            <a:rect l="l" t="t" r="r" b="b"/>
            <a:pathLst>
              <a:path w="4709160" h="429768">
                <a:moveTo>
                  <a:pt x="9144" y="27432"/>
                </a:moveTo>
                <a:lnTo>
                  <a:pt x="0" y="27432"/>
                </a:lnTo>
                <a:lnTo>
                  <a:pt x="0" y="0"/>
                </a:lnTo>
                <a:lnTo>
                  <a:pt x="9144" y="0"/>
                </a:lnTo>
                <a:lnTo>
                  <a:pt x="9144" y="27432"/>
                </a:lnTo>
                <a:moveTo>
                  <a:pt x="64008" y="27432"/>
                </a:moveTo>
                <a:lnTo>
                  <a:pt x="36576" y="27432"/>
                </a:lnTo>
                <a:lnTo>
                  <a:pt x="36576" y="0"/>
                </a:lnTo>
                <a:lnTo>
                  <a:pt x="64008" y="0"/>
                </a:lnTo>
                <a:lnTo>
                  <a:pt x="64008" y="27432"/>
                </a:lnTo>
                <a:moveTo>
                  <a:pt x="109728" y="27432"/>
                </a:moveTo>
                <a:lnTo>
                  <a:pt x="91440" y="27432"/>
                </a:lnTo>
                <a:lnTo>
                  <a:pt x="91440" y="0"/>
                </a:lnTo>
                <a:lnTo>
                  <a:pt x="109728" y="0"/>
                </a:lnTo>
                <a:lnTo>
                  <a:pt x="109728" y="27432"/>
                </a:lnTo>
                <a:moveTo>
                  <a:pt x="164592" y="27432"/>
                </a:moveTo>
                <a:lnTo>
                  <a:pt x="137160" y="27432"/>
                </a:lnTo>
                <a:lnTo>
                  <a:pt x="137160" y="0"/>
                </a:lnTo>
                <a:lnTo>
                  <a:pt x="164592" y="0"/>
                </a:lnTo>
                <a:lnTo>
                  <a:pt x="164592" y="27432"/>
                </a:lnTo>
                <a:moveTo>
                  <a:pt x="219456" y="27432"/>
                </a:moveTo>
                <a:lnTo>
                  <a:pt x="192024" y="27432"/>
                </a:lnTo>
                <a:lnTo>
                  <a:pt x="192024" y="0"/>
                </a:lnTo>
                <a:lnTo>
                  <a:pt x="219456" y="0"/>
                </a:lnTo>
                <a:lnTo>
                  <a:pt x="219456" y="27432"/>
                </a:lnTo>
                <a:moveTo>
                  <a:pt x="265176" y="27432"/>
                </a:moveTo>
                <a:lnTo>
                  <a:pt x="237744" y="27432"/>
                </a:lnTo>
                <a:lnTo>
                  <a:pt x="237744" y="0"/>
                </a:lnTo>
                <a:lnTo>
                  <a:pt x="265176" y="0"/>
                </a:lnTo>
                <a:lnTo>
                  <a:pt x="265176" y="27432"/>
                </a:lnTo>
                <a:moveTo>
                  <a:pt x="320040" y="27432"/>
                </a:moveTo>
                <a:lnTo>
                  <a:pt x="292608" y="27432"/>
                </a:lnTo>
                <a:lnTo>
                  <a:pt x="292608" y="0"/>
                </a:lnTo>
                <a:lnTo>
                  <a:pt x="320040" y="0"/>
                </a:lnTo>
                <a:lnTo>
                  <a:pt x="320040" y="27432"/>
                </a:lnTo>
                <a:moveTo>
                  <a:pt x="365760" y="27432"/>
                </a:moveTo>
                <a:lnTo>
                  <a:pt x="338328" y="27432"/>
                </a:lnTo>
                <a:lnTo>
                  <a:pt x="338328" y="0"/>
                </a:lnTo>
                <a:lnTo>
                  <a:pt x="365760" y="0"/>
                </a:lnTo>
                <a:lnTo>
                  <a:pt x="365760" y="27432"/>
                </a:lnTo>
                <a:moveTo>
                  <a:pt x="420624" y="27432"/>
                </a:moveTo>
                <a:lnTo>
                  <a:pt x="393192" y="27432"/>
                </a:lnTo>
                <a:lnTo>
                  <a:pt x="393192" y="0"/>
                </a:lnTo>
                <a:lnTo>
                  <a:pt x="420624" y="0"/>
                </a:lnTo>
                <a:lnTo>
                  <a:pt x="420624" y="27432"/>
                </a:lnTo>
                <a:moveTo>
                  <a:pt x="466344" y="27432"/>
                </a:moveTo>
                <a:lnTo>
                  <a:pt x="448056" y="27432"/>
                </a:lnTo>
                <a:lnTo>
                  <a:pt x="448056" y="0"/>
                </a:lnTo>
                <a:lnTo>
                  <a:pt x="466344" y="0"/>
                </a:lnTo>
                <a:lnTo>
                  <a:pt x="466344" y="27432"/>
                </a:lnTo>
                <a:moveTo>
                  <a:pt x="521208" y="27432"/>
                </a:moveTo>
                <a:lnTo>
                  <a:pt x="493776" y="27432"/>
                </a:lnTo>
                <a:lnTo>
                  <a:pt x="493776" y="0"/>
                </a:lnTo>
                <a:lnTo>
                  <a:pt x="521208" y="0"/>
                </a:lnTo>
                <a:lnTo>
                  <a:pt x="521208" y="27432"/>
                </a:lnTo>
                <a:moveTo>
                  <a:pt x="566928" y="27432"/>
                </a:moveTo>
                <a:lnTo>
                  <a:pt x="548640" y="27432"/>
                </a:lnTo>
                <a:lnTo>
                  <a:pt x="548640" y="0"/>
                </a:lnTo>
                <a:lnTo>
                  <a:pt x="566928" y="0"/>
                </a:lnTo>
                <a:lnTo>
                  <a:pt x="566928" y="27432"/>
                </a:lnTo>
                <a:moveTo>
                  <a:pt x="621792" y="27432"/>
                </a:moveTo>
                <a:lnTo>
                  <a:pt x="594360" y="27432"/>
                </a:lnTo>
                <a:lnTo>
                  <a:pt x="594360" y="0"/>
                </a:lnTo>
                <a:lnTo>
                  <a:pt x="621792" y="0"/>
                </a:lnTo>
                <a:lnTo>
                  <a:pt x="621792" y="27432"/>
                </a:lnTo>
                <a:moveTo>
                  <a:pt x="667512" y="27432"/>
                </a:moveTo>
                <a:lnTo>
                  <a:pt x="649224" y="27432"/>
                </a:lnTo>
                <a:lnTo>
                  <a:pt x="649224" y="0"/>
                </a:lnTo>
                <a:lnTo>
                  <a:pt x="667512" y="0"/>
                </a:lnTo>
                <a:lnTo>
                  <a:pt x="667512" y="27432"/>
                </a:lnTo>
                <a:moveTo>
                  <a:pt x="722376" y="27432"/>
                </a:moveTo>
                <a:lnTo>
                  <a:pt x="694944" y="27432"/>
                </a:lnTo>
                <a:lnTo>
                  <a:pt x="694944" y="0"/>
                </a:lnTo>
                <a:lnTo>
                  <a:pt x="722376" y="0"/>
                </a:lnTo>
                <a:lnTo>
                  <a:pt x="722376" y="27432"/>
                </a:lnTo>
                <a:moveTo>
                  <a:pt x="777240" y="27432"/>
                </a:moveTo>
                <a:lnTo>
                  <a:pt x="749808" y="27432"/>
                </a:lnTo>
                <a:lnTo>
                  <a:pt x="749808" y="0"/>
                </a:lnTo>
                <a:lnTo>
                  <a:pt x="777240" y="0"/>
                </a:lnTo>
                <a:lnTo>
                  <a:pt x="777240" y="27432"/>
                </a:lnTo>
                <a:moveTo>
                  <a:pt x="822960" y="27432"/>
                </a:moveTo>
                <a:lnTo>
                  <a:pt x="795528" y="27432"/>
                </a:lnTo>
                <a:lnTo>
                  <a:pt x="795528" y="0"/>
                </a:lnTo>
                <a:lnTo>
                  <a:pt x="822960" y="0"/>
                </a:lnTo>
                <a:lnTo>
                  <a:pt x="822960" y="27432"/>
                </a:lnTo>
                <a:moveTo>
                  <a:pt x="877824" y="27432"/>
                </a:moveTo>
                <a:lnTo>
                  <a:pt x="850392" y="27432"/>
                </a:lnTo>
                <a:lnTo>
                  <a:pt x="850392" y="0"/>
                </a:lnTo>
                <a:lnTo>
                  <a:pt x="877824" y="0"/>
                </a:lnTo>
                <a:lnTo>
                  <a:pt x="877824" y="27432"/>
                </a:lnTo>
                <a:moveTo>
                  <a:pt x="923544" y="27432"/>
                </a:moveTo>
                <a:lnTo>
                  <a:pt x="896112" y="27432"/>
                </a:lnTo>
                <a:lnTo>
                  <a:pt x="896112" y="0"/>
                </a:lnTo>
                <a:lnTo>
                  <a:pt x="923544" y="0"/>
                </a:lnTo>
                <a:lnTo>
                  <a:pt x="923544" y="27432"/>
                </a:lnTo>
                <a:moveTo>
                  <a:pt x="978408" y="27432"/>
                </a:moveTo>
                <a:lnTo>
                  <a:pt x="950976" y="27432"/>
                </a:lnTo>
                <a:lnTo>
                  <a:pt x="950976" y="0"/>
                </a:lnTo>
                <a:lnTo>
                  <a:pt x="978408" y="0"/>
                </a:lnTo>
                <a:lnTo>
                  <a:pt x="978408" y="27432"/>
                </a:lnTo>
                <a:moveTo>
                  <a:pt x="1024128" y="27432"/>
                </a:moveTo>
                <a:lnTo>
                  <a:pt x="1005840" y="27432"/>
                </a:lnTo>
                <a:lnTo>
                  <a:pt x="1005840" y="0"/>
                </a:lnTo>
                <a:lnTo>
                  <a:pt x="1024128" y="0"/>
                </a:lnTo>
                <a:lnTo>
                  <a:pt x="1024128" y="27432"/>
                </a:lnTo>
                <a:moveTo>
                  <a:pt x="1078992" y="27432"/>
                </a:moveTo>
                <a:lnTo>
                  <a:pt x="1051560" y="27432"/>
                </a:lnTo>
                <a:lnTo>
                  <a:pt x="1051560" y="0"/>
                </a:lnTo>
                <a:lnTo>
                  <a:pt x="1078992" y="0"/>
                </a:lnTo>
                <a:lnTo>
                  <a:pt x="1078992" y="27432"/>
                </a:lnTo>
                <a:moveTo>
                  <a:pt x="1124712" y="27432"/>
                </a:moveTo>
                <a:lnTo>
                  <a:pt x="1106424" y="27432"/>
                </a:lnTo>
                <a:lnTo>
                  <a:pt x="1106424" y="0"/>
                </a:lnTo>
                <a:lnTo>
                  <a:pt x="1124712" y="0"/>
                </a:lnTo>
                <a:lnTo>
                  <a:pt x="1124712" y="27432"/>
                </a:lnTo>
                <a:moveTo>
                  <a:pt x="1179576" y="27432"/>
                </a:moveTo>
                <a:lnTo>
                  <a:pt x="1152144" y="27432"/>
                </a:lnTo>
                <a:lnTo>
                  <a:pt x="1152144" y="0"/>
                </a:lnTo>
                <a:lnTo>
                  <a:pt x="1179576" y="0"/>
                </a:lnTo>
                <a:lnTo>
                  <a:pt x="1179576" y="27432"/>
                </a:lnTo>
                <a:moveTo>
                  <a:pt x="1225296" y="27432"/>
                </a:moveTo>
                <a:lnTo>
                  <a:pt x="1207008" y="27432"/>
                </a:lnTo>
                <a:lnTo>
                  <a:pt x="1207008" y="0"/>
                </a:lnTo>
                <a:lnTo>
                  <a:pt x="1225296" y="0"/>
                </a:lnTo>
                <a:lnTo>
                  <a:pt x="1225296" y="27432"/>
                </a:lnTo>
                <a:moveTo>
                  <a:pt x="1280160" y="27432"/>
                </a:moveTo>
                <a:lnTo>
                  <a:pt x="1252728" y="27432"/>
                </a:lnTo>
                <a:lnTo>
                  <a:pt x="1252728" y="0"/>
                </a:lnTo>
                <a:lnTo>
                  <a:pt x="1280160" y="0"/>
                </a:lnTo>
                <a:lnTo>
                  <a:pt x="1280160" y="27432"/>
                </a:lnTo>
                <a:moveTo>
                  <a:pt x="1335024" y="27432"/>
                </a:moveTo>
                <a:lnTo>
                  <a:pt x="1307592" y="27432"/>
                </a:lnTo>
                <a:lnTo>
                  <a:pt x="1307592" y="0"/>
                </a:lnTo>
                <a:lnTo>
                  <a:pt x="1335024" y="0"/>
                </a:lnTo>
                <a:lnTo>
                  <a:pt x="1335024" y="27432"/>
                </a:lnTo>
                <a:moveTo>
                  <a:pt x="1380744" y="27432"/>
                </a:moveTo>
                <a:lnTo>
                  <a:pt x="1353312" y="27432"/>
                </a:lnTo>
                <a:lnTo>
                  <a:pt x="1353312" y="0"/>
                </a:lnTo>
                <a:lnTo>
                  <a:pt x="1380744" y="0"/>
                </a:lnTo>
                <a:lnTo>
                  <a:pt x="1380744" y="27432"/>
                </a:lnTo>
                <a:moveTo>
                  <a:pt x="1435608" y="27432"/>
                </a:moveTo>
                <a:lnTo>
                  <a:pt x="1408176" y="27432"/>
                </a:lnTo>
                <a:lnTo>
                  <a:pt x="1408176" y="0"/>
                </a:lnTo>
                <a:lnTo>
                  <a:pt x="1435608" y="0"/>
                </a:lnTo>
                <a:lnTo>
                  <a:pt x="1435608" y="27432"/>
                </a:lnTo>
                <a:moveTo>
                  <a:pt x="1481328" y="27432"/>
                </a:moveTo>
                <a:lnTo>
                  <a:pt x="1453896" y="27432"/>
                </a:lnTo>
                <a:lnTo>
                  <a:pt x="1453896" y="0"/>
                </a:lnTo>
                <a:lnTo>
                  <a:pt x="1481328" y="0"/>
                </a:lnTo>
                <a:lnTo>
                  <a:pt x="1481328" y="27432"/>
                </a:lnTo>
                <a:moveTo>
                  <a:pt x="1536192" y="27432"/>
                </a:moveTo>
                <a:lnTo>
                  <a:pt x="1508760" y="27432"/>
                </a:lnTo>
                <a:lnTo>
                  <a:pt x="1508760" y="0"/>
                </a:lnTo>
                <a:lnTo>
                  <a:pt x="1536192" y="0"/>
                </a:lnTo>
                <a:lnTo>
                  <a:pt x="1536192" y="27432"/>
                </a:lnTo>
                <a:moveTo>
                  <a:pt x="1581912" y="27432"/>
                </a:moveTo>
                <a:lnTo>
                  <a:pt x="1554480" y="27432"/>
                </a:lnTo>
                <a:lnTo>
                  <a:pt x="1554480" y="0"/>
                </a:lnTo>
                <a:lnTo>
                  <a:pt x="1581912" y="0"/>
                </a:lnTo>
                <a:lnTo>
                  <a:pt x="1581912" y="27432"/>
                </a:lnTo>
                <a:moveTo>
                  <a:pt x="1636776" y="27432"/>
                </a:moveTo>
                <a:lnTo>
                  <a:pt x="1609344" y="27432"/>
                </a:lnTo>
                <a:lnTo>
                  <a:pt x="1609344" y="0"/>
                </a:lnTo>
                <a:lnTo>
                  <a:pt x="1636776" y="0"/>
                </a:lnTo>
                <a:lnTo>
                  <a:pt x="1636776" y="27432"/>
                </a:lnTo>
                <a:moveTo>
                  <a:pt x="1682496" y="27432"/>
                </a:moveTo>
                <a:lnTo>
                  <a:pt x="1664208" y="27432"/>
                </a:lnTo>
                <a:lnTo>
                  <a:pt x="1664208" y="0"/>
                </a:lnTo>
                <a:lnTo>
                  <a:pt x="1682496" y="0"/>
                </a:lnTo>
                <a:lnTo>
                  <a:pt x="1682496" y="27432"/>
                </a:lnTo>
                <a:moveTo>
                  <a:pt x="1737360" y="27432"/>
                </a:moveTo>
                <a:lnTo>
                  <a:pt x="1709928" y="27432"/>
                </a:lnTo>
                <a:lnTo>
                  <a:pt x="1709928" y="0"/>
                </a:lnTo>
                <a:lnTo>
                  <a:pt x="1737360" y="0"/>
                </a:lnTo>
                <a:lnTo>
                  <a:pt x="1737360" y="27432"/>
                </a:lnTo>
                <a:moveTo>
                  <a:pt x="1783080" y="27432"/>
                </a:moveTo>
                <a:lnTo>
                  <a:pt x="1764792" y="27432"/>
                </a:lnTo>
                <a:lnTo>
                  <a:pt x="1764792" y="0"/>
                </a:lnTo>
                <a:lnTo>
                  <a:pt x="1783080" y="0"/>
                </a:lnTo>
                <a:lnTo>
                  <a:pt x="1783080" y="27432"/>
                </a:lnTo>
                <a:moveTo>
                  <a:pt x="1837944" y="27432"/>
                </a:moveTo>
                <a:lnTo>
                  <a:pt x="1810512" y="27432"/>
                </a:lnTo>
                <a:lnTo>
                  <a:pt x="1810512" y="0"/>
                </a:lnTo>
                <a:lnTo>
                  <a:pt x="1837944" y="0"/>
                </a:lnTo>
                <a:lnTo>
                  <a:pt x="1837944" y="27432"/>
                </a:lnTo>
                <a:moveTo>
                  <a:pt x="1892808" y="27432"/>
                </a:moveTo>
                <a:lnTo>
                  <a:pt x="1865376" y="27432"/>
                </a:lnTo>
                <a:lnTo>
                  <a:pt x="1865376" y="0"/>
                </a:lnTo>
                <a:lnTo>
                  <a:pt x="1892808" y="0"/>
                </a:lnTo>
                <a:lnTo>
                  <a:pt x="1892808" y="27432"/>
                </a:lnTo>
                <a:moveTo>
                  <a:pt x="1938528" y="27432"/>
                </a:moveTo>
                <a:lnTo>
                  <a:pt x="1911096" y="27432"/>
                </a:lnTo>
                <a:lnTo>
                  <a:pt x="1911096" y="0"/>
                </a:lnTo>
                <a:lnTo>
                  <a:pt x="1938528" y="0"/>
                </a:lnTo>
                <a:lnTo>
                  <a:pt x="1938528" y="27432"/>
                </a:lnTo>
                <a:moveTo>
                  <a:pt x="1993392" y="27432"/>
                </a:moveTo>
                <a:lnTo>
                  <a:pt x="1965960" y="27432"/>
                </a:lnTo>
                <a:lnTo>
                  <a:pt x="1965960" y="0"/>
                </a:lnTo>
                <a:lnTo>
                  <a:pt x="1993392" y="0"/>
                </a:lnTo>
                <a:lnTo>
                  <a:pt x="1993392" y="27432"/>
                </a:lnTo>
                <a:moveTo>
                  <a:pt x="2039112" y="27432"/>
                </a:moveTo>
                <a:lnTo>
                  <a:pt x="2011680" y="27432"/>
                </a:lnTo>
                <a:lnTo>
                  <a:pt x="2011680" y="0"/>
                </a:lnTo>
                <a:lnTo>
                  <a:pt x="2039112" y="0"/>
                </a:lnTo>
                <a:lnTo>
                  <a:pt x="2039112" y="27432"/>
                </a:lnTo>
                <a:moveTo>
                  <a:pt x="2093976" y="27432"/>
                </a:moveTo>
                <a:lnTo>
                  <a:pt x="2066544" y="27432"/>
                </a:lnTo>
                <a:lnTo>
                  <a:pt x="2066544" y="0"/>
                </a:lnTo>
                <a:lnTo>
                  <a:pt x="2093976" y="0"/>
                </a:lnTo>
                <a:lnTo>
                  <a:pt x="2093976" y="27432"/>
                </a:lnTo>
                <a:moveTo>
                  <a:pt x="2139696" y="27432"/>
                </a:moveTo>
                <a:lnTo>
                  <a:pt x="2112264" y="27432"/>
                </a:lnTo>
                <a:lnTo>
                  <a:pt x="2112264" y="0"/>
                </a:lnTo>
                <a:lnTo>
                  <a:pt x="2139696" y="0"/>
                </a:lnTo>
                <a:lnTo>
                  <a:pt x="2139696" y="27432"/>
                </a:lnTo>
                <a:moveTo>
                  <a:pt x="2194560" y="27432"/>
                </a:moveTo>
                <a:lnTo>
                  <a:pt x="2167128" y="27432"/>
                </a:lnTo>
                <a:lnTo>
                  <a:pt x="2167128" y="0"/>
                </a:lnTo>
                <a:lnTo>
                  <a:pt x="2194560" y="0"/>
                </a:lnTo>
                <a:lnTo>
                  <a:pt x="2194560" y="27432"/>
                </a:lnTo>
                <a:moveTo>
                  <a:pt x="2240280" y="27432"/>
                </a:moveTo>
                <a:lnTo>
                  <a:pt x="2221992" y="27432"/>
                </a:lnTo>
                <a:lnTo>
                  <a:pt x="2221992" y="0"/>
                </a:lnTo>
                <a:lnTo>
                  <a:pt x="2240280" y="0"/>
                </a:lnTo>
                <a:lnTo>
                  <a:pt x="2240280" y="27432"/>
                </a:lnTo>
                <a:moveTo>
                  <a:pt x="2295144" y="27432"/>
                </a:moveTo>
                <a:lnTo>
                  <a:pt x="2267712" y="27432"/>
                </a:lnTo>
                <a:lnTo>
                  <a:pt x="2267712" y="0"/>
                </a:lnTo>
                <a:lnTo>
                  <a:pt x="2295144" y="0"/>
                </a:lnTo>
                <a:lnTo>
                  <a:pt x="2295144" y="27432"/>
                </a:lnTo>
                <a:moveTo>
                  <a:pt x="2340864" y="27432"/>
                </a:moveTo>
                <a:lnTo>
                  <a:pt x="2322576" y="27432"/>
                </a:lnTo>
                <a:lnTo>
                  <a:pt x="2322576" y="0"/>
                </a:lnTo>
                <a:lnTo>
                  <a:pt x="2340864" y="0"/>
                </a:lnTo>
                <a:lnTo>
                  <a:pt x="2340864" y="27432"/>
                </a:lnTo>
                <a:moveTo>
                  <a:pt x="2395728" y="27432"/>
                </a:moveTo>
                <a:lnTo>
                  <a:pt x="2368296" y="27432"/>
                </a:lnTo>
                <a:lnTo>
                  <a:pt x="2368296" y="0"/>
                </a:lnTo>
                <a:lnTo>
                  <a:pt x="2395728" y="0"/>
                </a:lnTo>
                <a:lnTo>
                  <a:pt x="2395728" y="27432"/>
                </a:lnTo>
                <a:moveTo>
                  <a:pt x="2450592" y="27432"/>
                </a:moveTo>
                <a:lnTo>
                  <a:pt x="2423160" y="27432"/>
                </a:lnTo>
                <a:lnTo>
                  <a:pt x="2423160" y="0"/>
                </a:lnTo>
                <a:lnTo>
                  <a:pt x="2450592" y="0"/>
                </a:lnTo>
                <a:lnTo>
                  <a:pt x="2450592" y="27432"/>
                </a:lnTo>
                <a:moveTo>
                  <a:pt x="2496312" y="27432"/>
                </a:moveTo>
                <a:lnTo>
                  <a:pt x="2468880" y="27432"/>
                </a:lnTo>
                <a:lnTo>
                  <a:pt x="2468880" y="0"/>
                </a:lnTo>
                <a:lnTo>
                  <a:pt x="2496312" y="0"/>
                </a:lnTo>
                <a:lnTo>
                  <a:pt x="2496312" y="27432"/>
                </a:lnTo>
                <a:moveTo>
                  <a:pt x="2551176" y="27432"/>
                </a:moveTo>
                <a:lnTo>
                  <a:pt x="2523744" y="27432"/>
                </a:lnTo>
                <a:lnTo>
                  <a:pt x="2523744" y="0"/>
                </a:lnTo>
                <a:lnTo>
                  <a:pt x="2551176" y="0"/>
                </a:lnTo>
                <a:lnTo>
                  <a:pt x="2551176" y="27432"/>
                </a:lnTo>
                <a:moveTo>
                  <a:pt x="2596896" y="27432"/>
                </a:moveTo>
                <a:lnTo>
                  <a:pt x="2569464" y="27432"/>
                </a:lnTo>
                <a:lnTo>
                  <a:pt x="2569464" y="0"/>
                </a:lnTo>
                <a:lnTo>
                  <a:pt x="2596896" y="0"/>
                </a:lnTo>
                <a:lnTo>
                  <a:pt x="2596896" y="27432"/>
                </a:lnTo>
                <a:moveTo>
                  <a:pt x="2651760" y="27432"/>
                </a:moveTo>
                <a:lnTo>
                  <a:pt x="2624328" y="27432"/>
                </a:lnTo>
                <a:lnTo>
                  <a:pt x="2624328" y="0"/>
                </a:lnTo>
                <a:lnTo>
                  <a:pt x="2651760" y="0"/>
                </a:lnTo>
                <a:lnTo>
                  <a:pt x="2651760" y="27432"/>
                </a:lnTo>
                <a:moveTo>
                  <a:pt x="2697480" y="27432"/>
                </a:moveTo>
                <a:lnTo>
                  <a:pt x="2670048" y="27432"/>
                </a:lnTo>
                <a:lnTo>
                  <a:pt x="2670048" y="0"/>
                </a:lnTo>
                <a:lnTo>
                  <a:pt x="2697480" y="0"/>
                </a:lnTo>
                <a:lnTo>
                  <a:pt x="2697480" y="27432"/>
                </a:lnTo>
                <a:moveTo>
                  <a:pt x="2752344" y="27432"/>
                </a:moveTo>
                <a:lnTo>
                  <a:pt x="2724912" y="27432"/>
                </a:lnTo>
                <a:lnTo>
                  <a:pt x="2724912" y="0"/>
                </a:lnTo>
                <a:lnTo>
                  <a:pt x="2752344" y="0"/>
                </a:lnTo>
                <a:lnTo>
                  <a:pt x="2752344" y="27432"/>
                </a:lnTo>
                <a:moveTo>
                  <a:pt x="2798064" y="27432"/>
                </a:moveTo>
                <a:lnTo>
                  <a:pt x="2779776" y="27432"/>
                </a:lnTo>
                <a:lnTo>
                  <a:pt x="2779776" y="0"/>
                </a:lnTo>
                <a:lnTo>
                  <a:pt x="2798064" y="0"/>
                </a:lnTo>
                <a:lnTo>
                  <a:pt x="2798064" y="27432"/>
                </a:lnTo>
                <a:moveTo>
                  <a:pt x="2852928" y="27432"/>
                </a:moveTo>
                <a:lnTo>
                  <a:pt x="2825496" y="27432"/>
                </a:lnTo>
                <a:lnTo>
                  <a:pt x="2825496" y="0"/>
                </a:lnTo>
                <a:lnTo>
                  <a:pt x="2852928" y="0"/>
                </a:lnTo>
                <a:lnTo>
                  <a:pt x="2852928" y="27432"/>
                </a:lnTo>
                <a:moveTo>
                  <a:pt x="2898648" y="27432"/>
                </a:moveTo>
                <a:lnTo>
                  <a:pt x="2880360" y="27432"/>
                </a:lnTo>
                <a:lnTo>
                  <a:pt x="2880360" y="0"/>
                </a:lnTo>
                <a:lnTo>
                  <a:pt x="2898648" y="0"/>
                </a:lnTo>
                <a:lnTo>
                  <a:pt x="2898648" y="27432"/>
                </a:lnTo>
                <a:moveTo>
                  <a:pt x="2953512" y="27432"/>
                </a:moveTo>
                <a:lnTo>
                  <a:pt x="2926080" y="27432"/>
                </a:lnTo>
                <a:lnTo>
                  <a:pt x="2926080" y="0"/>
                </a:lnTo>
                <a:lnTo>
                  <a:pt x="2953512" y="0"/>
                </a:lnTo>
                <a:lnTo>
                  <a:pt x="2953512" y="27432"/>
                </a:lnTo>
                <a:moveTo>
                  <a:pt x="3008376" y="27432"/>
                </a:moveTo>
                <a:lnTo>
                  <a:pt x="2980944" y="27432"/>
                </a:lnTo>
                <a:lnTo>
                  <a:pt x="2980944" y="0"/>
                </a:lnTo>
                <a:lnTo>
                  <a:pt x="3008376" y="0"/>
                </a:lnTo>
                <a:lnTo>
                  <a:pt x="3008376" y="27432"/>
                </a:lnTo>
                <a:moveTo>
                  <a:pt x="3054096" y="27432"/>
                </a:moveTo>
                <a:lnTo>
                  <a:pt x="3026664" y="27432"/>
                </a:lnTo>
                <a:lnTo>
                  <a:pt x="3026664" y="0"/>
                </a:lnTo>
                <a:lnTo>
                  <a:pt x="3054096" y="0"/>
                </a:lnTo>
                <a:lnTo>
                  <a:pt x="3054096" y="27432"/>
                </a:lnTo>
                <a:moveTo>
                  <a:pt x="3108960" y="27432"/>
                </a:moveTo>
                <a:lnTo>
                  <a:pt x="3081528" y="27432"/>
                </a:lnTo>
                <a:lnTo>
                  <a:pt x="3081528" y="0"/>
                </a:lnTo>
                <a:lnTo>
                  <a:pt x="3108960" y="0"/>
                </a:lnTo>
                <a:lnTo>
                  <a:pt x="3108960" y="27432"/>
                </a:lnTo>
                <a:moveTo>
                  <a:pt x="3136392" y="27432"/>
                </a:moveTo>
                <a:lnTo>
                  <a:pt x="3127248" y="27432"/>
                </a:lnTo>
                <a:lnTo>
                  <a:pt x="3127248" y="0"/>
                </a:lnTo>
                <a:lnTo>
                  <a:pt x="3154680" y="0"/>
                </a:lnTo>
                <a:lnTo>
                  <a:pt x="3163824" y="18288"/>
                </a:lnTo>
                <a:lnTo>
                  <a:pt x="3136392" y="27432"/>
                </a:lnTo>
                <a:lnTo>
                  <a:pt x="3136392" y="27432"/>
                </a:lnTo>
                <a:moveTo>
                  <a:pt x="3163824" y="73152"/>
                </a:moveTo>
                <a:lnTo>
                  <a:pt x="3145536" y="54864"/>
                </a:lnTo>
                <a:lnTo>
                  <a:pt x="3172968" y="36576"/>
                </a:lnTo>
                <a:lnTo>
                  <a:pt x="3182112" y="64008"/>
                </a:lnTo>
                <a:lnTo>
                  <a:pt x="3163824" y="73152"/>
                </a:lnTo>
                <a:moveTo>
                  <a:pt x="3182112" y="118872"/>
                </a:moveTo>
                <a:lnTo>
                  <a:pt x="3172968" y="100584"/>
                </a:lnTo>
                <a:lnTo>
                  <a:pt x="3191256" y="82296"/>
                </a:lnTo>
                <a:lnTo>
                  <a:pt x="3209544" y="109728"/>
                </a:lnTo>
                <a:lnTo>
                  <a:pt x="3182112" y="118872"/>
                </a:lnTo>
                <a:moveTo>
                  <a:pt x="3209544" y="164592"/>
                </a:moveTo>
                <a:lnTo>
                  <a:pt x="3191256" y="146304"/>
                </a:lnTo>
                <a:lnTo>
                  <a:pt x="3218688" y="128016"/>
                </a:lnTo>
                <a:lnTo>
                  <a:pt x="3227832" y="155448"/>
                </a:lnTo>
                <a:lnTo>
                  <a:pt x="3209544" y="164592"/>
                </a:lnTo>
                <a:moveTo>
                  <a:pt x="3227832" y="210312"/>
                </a:moveTo>
                <a:lnTo>
                  <a:pt x="3218688" y="192024"/>
                </a:lnTo>
                <a:lnTo>
                  <a:pt x="3236976" y="173736"/>
                </a:lnTo>
                <a:lnTo>
                  <a:pt x="3246120" y="201168"/>
                </a:lnTo>
                <a:lnTo>
                  <a:pt x="3227832" y="210312"/>
                </a:lnTo>
                <a:moveTo>
                  <a:pt x="3246120" y="256032"/>
                </a:moveTo>
                <a:lnTo>
                  <a:pt x="3236976" y="228600"/>
                </a:lnTo>
                <a:lnTo>
                  <a:pt x="3264408" y="219456"/>
                </a:lnTo>
                <a:lnTo>
                  <a:pt x="3273552" y="246888"/>
                </a:lnTo>
                <a:lnTo>
                  <a:pt x="3246120" y="256032"/>
                </a:lnTo>
                <a:moveTo>
                  <a:pt x="3273552" y="301752"/>
                </a:moveTo>
                <a:lnTo>
                  <a:pt x="3264408" y="274320"/>
                </a:lnTo>
                <a:lnTo>
                  <a:pt x="3282696" y="265176"/>
                </a:lnTo>
                <a:lnTo>
                  <a:pt x="3291840" y="292608"/>
                </a:lnTo>
                <a:lnTo>
                  <a:pt x="3273552" y="301752"/>
                </a:lnTo>
                <a:moveTo>
                  <a:pt x="3291840" y="347472"/>
                </a:moveTo>
                <a:lnTo>
                  <a:pt x="3282696" y="320040"/>
                </a:lnTo>
                <a:lnTo>
                  <a:pt x="3310128" y="310896"/>
                </a:lnTo>
                <a:lnTo>
                  <a:pt x="3319272" y="338328"/>
                </a:lnTo>
                <a:lnTo>
                  <a:pt x="3291840" y="347472"/>
                </a:lnTo>
                <a:moveTo>
                  <a:pt x="3319272" y="393192"/>
                </a:moveTo>
                <a:lnTo>
                  <a:pt x="3310128" y="365760"/>
                </a:lnTo>
                <a:lnTo>
                  <a:pt x="3328416" y="356616"/>
                </a:lnTo>
                <a:lnTo>
                  <a:pt x="3337560" y="384048"/>
                </a:lnTo>
                <a:lnTo>
                  <a:pt x="3319272" y="393192"/>
                </a:lnTo>
                <a:moveTo>
                  <a:pt x="3328416" y="411480"/>
                </a:moveTo>
                <a:lnTo>
                  <a:pt x="3355848" y="402336"/>
                </a:lnTo>
                <a:lnTo>
                  <a:pt x="3355848" y="402336"/>
                </a:lnTo>
                <a:lnTo>
                  <a:pt x="3355848" y="402336"/>
                </a:lnTo>
                <a:lnTo>
                  <a:pt x="3355848" y="429768"/>
                </a:lnTo>
                <a:lnTo>
                  <a:pt x="3337560" y="429768"/>
                </a:lnTo>
                <a:lnTo>
                  <a:pt x="3328416" y="411480"/>
                </a:lnTo>
                <a:moveTo>
                  <a:pt x="3410712" y="429768"/>
                </a:moveTo>
                <a:lnTo>
                  <a:pt x="3383280" y="429768"/>
                </a:lnTo>
                <a:lnTo>
                  <a:pt x="3383280" y="402336"/>
                </a:lnTo>
                <a:lnTo>
                  <a:pt x="3410712" y="402336"/>
                </a:lnTo>
                <a:lnTo>
                  <a:pt x="3410712" y="429768"/>
                </a:lnTo>
                <a:moveTo>
                  <a:pt x="3456432" y="429768"/>
                </a:moveTo>
                <a:lnTo>
                  <a:pt x="3438144" y="429768"/>
                </a:lnTo>
                <a:lnTo>
                  <a:pt x="3438144" y="402336"/>
                </a:lnTo>
                <a:lnTo>
                  <a:pt x="3456432" y="402336"/>
                </a:lnTo>
                <a:lnTo>
                  <a:pt x="3456432" y="429768"/>
                </a:lnTo>
                <a:moveTo>
                  <a:pt x="3511296" y="429768"/>
                </a:moveTo>
                <a:lnTo>
                  <a:pt x="3483864" y="429768"/>
                </a:lnTo>
                <a:lnTo>
                  <a:pt x="3483864" y="402336"/>
                </a:lnTo>
                <a:lnTo>
                  <a:pt x="3511296" y="402336"/>
                </a:lnTo>
                <a:lnTo>
                  <a:pt x="3511296" y="429768"/>
                </a:lnTo>
                <a:moveTo>
                  <a:pt x="3557016" y="429768"/>
                </a:moveTo>
                <a:lnTo>
                  <a:pt x="3538728" y="429768"/>
                </a:lnTo>
                <a:lnTo>
                  <a:pt x="3538728" y="402336"/>
                </a:lnTo>
                <a:lnTo>
                  <a:pt x="3557016" y="402336"/>
                </a:lnTo>
                <a:lnTo>
                  <a:pt x="3557016" y="429768"/>
                </a:lnTo>
                <a:moveTo>
                  <a:pt x="3611880" y="429768"/>
                </a:moveTo>
                <a:lnTo>
                  <a:pt x="3584448" y="429768"/>
                </a:lnTo>
                <a:lnTo>
                  <a:pt x="3584448" y="402336"/>
                </a:lnTo>
                <a:lnTo>
                  <a:pt x="3611880" y="402336"/>
                </a:lnTo>
                <a:lnTo>
                  <a:pt x="3611880" y="429768"/>
                </a:lnTo>
                <a:moveTo>
                  <a:pt x="3657600" y="429768"/>
                </a:moveTo>
                <a:lnTo>
                  <a:pt x="3639312" y="429768"/>
                </a:lnTo>
                <a:lnTo>
                  <a:pt x="3639312" y="402336"/>
                </a:lnTo>
                <a:lnTo>
                  <a:pt x="3657600" y="402336"/>
                </a:lnTo>
                <a:lnTo>
                  <a:pt x="3657600" y="429768"/>
                </a:lnTo>
                <a:moveTo>
                  <a:pt x="3712464" y="429768"/>
                </a:moveTo>
                <a:lnTo>
                  <a:pt x="3685032" y="429768"/>
                </a:lnTo>
                <a:lnTo>
                  <a:pt x="3685032" y="402336"/>
                </a:lnTo>
                <a:lnTo>
                  <a:pt x="3712464" y="402336"/>
                </a:lnTo>
                <a:lnTo>
                  <a:pt x="3712464" y="429768"/>
                </a:lnTo>
                <a:moveTo>
                  <a:pt x="3758184" y="429768"/>
                </a:moveTo>
                <a:lnTo>
                  <a:pt x="3739896" y="429768"/>
                </a:lnTo>
                <a:lnTo>
                  <a:pt x="3739896" y="402336"/>
                </a:lnTo>
                <a:lnTo>
                  <a:pt x="3758184" y="402336"/>
                </a:lnTo>
                <a:lnTo>
                  <a:pt x="3758184" y="429768"/>
                </a:lnTo>
                <a:moveTo>
                  <a:pt x="3813048" y="429768"/>
                </a:moveTo>
                <a:lnTo>
                  <a:pt x="3785616" y="429768"/>
                </a:lnTo>
                <a:lnTo>
                  <a:pt x="3785616" y="402336"/>
                </a:lnTo>
                <a:lnTo>
                  <a:pt x="3813048" y="402336"/>
                </a:lnTo>
                <a:lnTo>
                  <a:pt x="3813048" y="429768"/>
                </a:lnTo>
                <a:moveTo>
                  <a:pt x="3858768" y="429768"/>
                </a:moveTo>
                <a:lnTo>
                  <a:pt x="3840480" y="429768"/>
                </a:lnTo>
                <a:lnTo>
                  <a:pt x="3840480" y="402336"/>
                </a:lnTo>
                <a:lnTo>
                  <a:pt x="3858768" y="402336"/>
                </a:lnTo>
                <a:lnTo>
                  <a:pt x="3858768" y="429768"/>
                </a:lnTo>
                <a:moveTo>
                  <a:pt x="3913632" y="429768"/>
                </a:moveTo>
                <a:lnTo>
                  <a:pt x="3886200" y="429768"/>
                </a:lnTo>
                <a:lnTo>
                  <a:pt x="3886200" y="402336"/>
                </a:lnTo>
                <a:lnTo>
                  <a:pt x="3913632" y="402336"/>
                </a:lnTo>
                <a:lnTo>
                  <a:pt x="3913632" y="429768"/>
                </a:lnTo>
                <a:moveTo>
                  <a:pt x="3959352" y="429768"/>
                </a:moveTo>
                <a:lnTo>
                  <a:pt x="3941064" y="429768"/>
                </a:lnTo>
                <a:lnTo>
                  <a:pt x="3941064" y="402336"/>
                </a:lnTo>
                <a:lnTo>
                  <a:pt x="3959352" y="402336"/>
                </a:lnTo>
                <a:lnTo>
                  <a:pt x="3959352" y="429768"/>
                </a:lnTo>
                <a:moveTo>
                  <a:pt x="4014216" y="429768"/>
                </a:moveTo>
                <a:lnTo>
                  <a:pt x="3986784" y="429768"/>
                </a:lnTo>
                <a:lnTo>
                  <a:pt x="3986784" y="402336"/>
                </a:lnTo>
                <a:lnTo>
                  <a:pt x="4014216" y="402336"/>
                </a:lnTo>
                <a:lnTo>
                  <a:pt x="4014216" y="429768"/>
                </a:lnTo>
                <a:moveTo>
                  <a:pt x="4059936" y="429768"/>
                </a:moveTo>
                <a:lnTo>
                  <a:pt x="4041648" y="429768"/>
                </a:lnTo>
                <a:lnTo>
                  <a:pt x="4041648" y="402336"/>
                </a:lnTo>
                <a:lnTo>
                  <a:pt x="4059936" y="402336"/>
                </a:lnTo>
                <a:lnTo>
                  <a:pt x="4059936" y="429768"/>
                </a:lnTo>
                <a:moveTo>
                  <a:pt x="4114800" y="429768"/>
                </a:moveTo>
                <a:lnTo>
                  <a:pt x="4087368" y="429768"/>
                </a:lnTo>
                <a:lnTo>
                  <a:pt x="4087368" y="402336"/>
                </a:lnTo>
                <a:lnTo>
                  <a:pt x="4114800" y="402336"/>
                </a:lnTo>
                <a:lnTo>
                  <a:pt x="4114800" y="429768"/>
                </a:lnTo>
                <a:moveTo>
                  <a:pt x="4160520" y="429768"/>
                </a:moveTo>
                <a:lnTo>
                  <a:pt x="4142232" y="429768"/>
                </a:lnTo>
                <a:lnTo>
                  <a:pt x="4142232" y="402336"/>
                </a:lnTo>
                <a:lnTo>
                  <a:pt x="4160520" y="402336"/>
                </a:lnTo>
                <a:lnTo>
                  <a:pt x="4160520" y="429768"/>
                </a:lnTo>
                <a:moveTo>
                  <a:pt x="4215384" y="429768"/>
                </a:moveTo>
                <a:lnTo>
                  <a:pt x="4187952" y="429768"/>
                </a:lnTo>
                <a:lnTo>
                  <a:pt x="4187952" y="402336"/>
                </a:lnTo>
                <a:lnTo>
                  <a:pt x="4215384" y="402336"/>
                </a:lnTo>
                <a:lnTo>
                  <a:pt x="4215384" y="429768"/>
                </a:lnTo>
                <a:moveTo>
                  <a:pt x="4261104" y="429768"/>
                </a:moveTo>
                <a:lnTo>
                  <a:pt x="4242816" y="429768"/>
                </a:lnTo>
                <a:lnTo>
                  <a:pt x="4242816" y="402336"/>
                </a:lnTo>
                <a:lnTo>
                  <a:pt x="4261104" y="402336"/>
                </a:lnTo>
                <a:lnTo>
                  <a:pt x="4261104" y="429768"/>
                </a:lnTo>
                <a:moveTo>
                  <a:pt x="4315968" y="429768"/>
                </a:moveTo>
                <a:lnTo>
                  <a:pt x="4288536" y="429768"/>
                </a:lnTo>
                <a:lnTo>
                  <a:pt x="4288536" y="402336"/>
                </a:lnTo>
                <a:lnTo>
                  <a:pt x="4315968" y="402336"/>
                </a:lnTo>
                <a:lnTo>
                  <a:pt x="4315968" y="429768"/>
                </a:lnTo>
                <a:moveTo>
                  <a:pt x="4361688" y="429768"/>
                </a:moveTo>
                <a:lnTo>
                  <a:pt x="4343400" y="429768"/>
                </a:lnTo>
                <a:lnTo>
                  <a:pt x="4343400" y="402336"/>
                </a:lnTo>
                <a:lnTo>
                  <a:pt x="4361688" y="402336"/>
                </a:lnTo>
                <a:lnTo>
                  <a:pt x="4361688" y="429768"/>
                </a:lnTo>
                <a:moveTo>
                  <a:pt x="4416552" y="429768"/>
                </a:moveTo>
                <a:lnTo>
                  <a:pt x="4389120" y="429768"/>
                </a:lnTo>
                <a:lnTo>
                  <a:pt x="4389120" y="402336"/>
                </a:lnTo>
                <a:lnTo>
                  <a:pt x="4416552" y="402336"/>
                </a:lnTo>
                <a:lnTo>
                  <a:pt x="4416552" y="429768"/>
                </a:lnTo>
                <a:moveTo>
                  <a:pt x="4462272" y="429768"/>
                </a:moveTo>
                <a:lnTo>
                  <a:pt x="4443984" y="429768"/>
                </a:lnTo>
                <a:lnTo>
                  <a:pt x="4443984" y="402336"/>
                </a:lnTo>
                <a:lnTo>
                  <a:pt x="4462272" y="402336"/>
                </a:lnTo>
                <a:lnTo>
                  <a:pt x="4462272" y="429768"/>
                </a:lnTo>
                <a:moveTo>
                  <a:pt x="4517136" y="429768"/>
                </a:moveTo>
                <a:lnTo>
                  <a:pt x="4489704" y="429768"/>
                </a:lnTo>
                <a:lnTo>
                  <a:pt x="4489704" y="402336"/>
                </a:lnTo>
                <a:lnTo>
                  <a:pt x="4517136" y="402336"/>
                </a:lnTo>
                <a:lnTo>
                  <a:pt x="4517136" y="429768"/>
                </a:lnTo>
                <a:moveTo>
                  <a:pt x="4562856" y="429768"/>
                </a:moveTo>
                <a:lnTo>
                  <a:pt x="4544568" y="429768"/>
                </a:lnTo>
                <a:lnTo>
                  <a:pt x="4544568" y="402336"/>
                </a:lnTo>
                <a:lnTo>
                  <a:pt x="4562856" y="402336"/>
                </a:lnTo>
                <a:lnTo>
                  <a:pt x="4562856" y="429768"/>
                </a:lnTo>
                <a:moveTo>
                  <a:pt x="4617720" y="429768"/>
                </a:moveTo>
                <a:lnTo>
                  <a:pt x="4590288" y="429768"/>
                </a:lnTo>
                <a:lnTo>
                  <a:pt x="4590288" y="402336"/>
                </a:lnTo>
                <a:lnTo>
                  <a:pt x="4617720" y="402336"/>
                </a:lnTo>
                <a:lnTo>
                  <a:pt x="4617720" y="429768"/>
                </a:lnTo>
                <a:moveTo>
                  <a:pt x="4663440" y="429768"/>
                </a:moveTo>
                <a:lnTo>
                  <a:pt x="4645152" y="429768"/>
                </a:lnTo>
                <a:lnTo>
                  <a:pt x="4645152" y="402336"/>
                </a:lnTo>
                <a:lnTo>
                  <a:pt x="4663440" y="402336"/>
                </a:lnTo>
                <a:lnTo>
                  <a:pt x="4663440" y="429768"/>
                </a:lnTo>
                <a:moveTo>
                  <a:pt x="4709160" y="429768"/>
                </a:moveTo>
                <a:lnTo>
                  <a:pt x="4690872" y="429768"/>
                </a:lnTo>
                <a:lnTo>
                  <a:pt x="4690872" y="402336"/>
                </a:lnTo>
                <a:lnTo>
                  <a:pt x="4709160" y="402336"/>
                </a:lnTo>
                <a:lnTo>
                  <a:pt x="4709160" y="429768"/>
                </a:lnTo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7" name="对象4"/>
          <p:cNvSpPr/>
          <p:nvPr>
            <p:custDataLst>
              <p:tags r:id="rId5"/>
            </p:custDataLst>
          </p:nvPr>
        </p:nvSpPr>
        <p:spPr>
          <a:xfrm>
            <a:off x="623253" y="3094827"/>
            <a:ext cx="3839295" cy="454409"/>
          </a:xfrm>
          <a:custGeom>
            <a:avLst/>
            <a:gdLst/>
            <a:ahLst/>
            <a:cxnLst/>
            <a:rect l="l" t="t" r="r" b="b"/>
            <a:pathLst>
              <a:path w="3785616" h="448056">
                <a:moveTo>
                  <a:pt x="9144" y="27432"/>
                </a:moveTo>
                <a:lnTo>
                  <a:pt x="0" y="27432"/>
                </a:lnTo>
                <a:lnTo>
                  <a:pt x="0" y="0"/>
                </a:lnTo>
                <a:lnTo>
                  <a:pt x="9144" y="0"/>
                </a:lnTo>
                <a:lnTo>
                  <a:pt x="9144" y="27432"/>
                </a:lnTo>
                <a:moveTo>
                  <a:pt x="64008" y="27432"/>
                </a:moveTo>
                <a:lnTo>
                  <a:pt x="36576" y="27432"/>
                </a:lnTo>
                <a:lnTo>
                  <a:pt x="36576" y="0"/>
                </a:lnTo>
                <a:lnTo>
                  <a:pt x="64008" y="0"/>
                </a:lnTo>
                <a:lnTo>
                  <a:pt x="64008" y="27432"/>
                </a:lnTo>
                <a:moveTo>
                  <a:pt x="109728" y="27432"/>
                </a:moveTo>
                <a:lnTo>
                  <a:pt x="91440" y="27432"/>
                </a:lnTo>
                <a:lnTo>
                  <a:pt x="91440" y="0"/>
                </a:lnTo>
                <a:lnTo>
                  <a:pt x="109728" y="0"/>
                </a:lnTo>
                <a:lnTo>
                  <a:pt x="109728" y="27432"/>
                </a:lnTo>
                <a:moveTo>
                  <a:pt x="164592" y="27432"/>
                </a:moveTo>
                <a:lnTo>
                  <a:pt x="137160" y="27432"/>
                </a:lnTo>
                <a:lnTo>
                  <a:pt x="137160" y="0"/>
                </a:lnTo>
                <a:lnTo>
                  <a:pt x="164592" y="0"/>
                </a:lnTo>
                <a:lnTo>
                  <a:pt x="164592" y="27432"/>
                </a:lnTo>
                <a:moveTo>
                  <a:pt x="219456" y="27432"/>
                </a:moveTo>
                <a:lnTo>
                  <a:pt x="192024" y="27432"/>
                </a:lnTo>
                <a:lnTo>
                  <a:pt x="192024" y="0"/>
                </a:lnTo>
                <a:lnTo>
                  <a:pt x="219456" y="0"/>
                </a:lnTo>
                <a:lnTo>
                  <a:pt x="219456" y="27432"/>
                </a:lnTo>
                <a:moveTo>
                  <a:pt x="265176" y="27432"/>
                </a:moveTo>
                <a:lnTo>
                  <a:pt x="237744" y="27432"/>
                </a:lnTo>
                <a:lnTo>
                  <a:pt x="237744" y="0"/>
                </a:lnTo>
                <a:lnTo>
                  <a:pt x="265176" y="0"/>
                </a:lnTo>
                <a:lnTo>
                  <a:pt x="265176" y="27432"/>
                </a:lnTo>
                <a:moveTo>
                  <a:pt x="320040" y="27432"/>
                </a:moveTo>
                <a:lnTo>
                  <a:pt x="292608" y="27432"/>
                </a:lnTo>
                <a:lnTo>
                  <a:pt x="292608" y="0"/>
                </a:lnTo>
                <a:lnTo>
                  <a:pt x="320040" y="0"/>
                </a:lnTo>
                <a:lnTo>
                  <a:pt x="320040" y="27432"/>
                </a:lnTo>
                <a:moveTo>
                  <a:pt x="365760" y="27432"/>
                </a:moveTo>
                <a:lnTo>
                  <a:pt x="338328" y="27432"/>
                </a:lnTo>
                <a:lnTo>
                  <a:pt x="338328" y="0"/>
                </a:lnTo>
                <a:lnTo>
                  <a:pt x="365760" y="0"/>
                </a:lnTo>
                <a:lnTo>
                  <a:pt x="365760" y="27432"/>
                </a:lnTo>
                <a:moveTo>
                  <a:pt x="420624" y="27432"/>
                </a:moveTo>
                <a:lnTo>
                  <a:pt x="393192" y="27432"/>
                </a:lnTo>
                <a:lnTo>
                  <a:pt x="393192" y="0"/>
                </a:lnTo>
                <a:lnTo>
                  <a:pt x="420624" y="0"/>
                </a:lnTo>
                <a:lnTo>
                  <a:pt x="420624" y="27432"/>
                </a:lnTo>
                <a:moveTo>
                  <a:pt x="466344" y="27432"/>
                </a:moveTo>
                <a:lnTo>
                  <a:pt x="448056" y="27432"/>
                </a:lnTo>
                <a:lnTo>
                  <a:pt x="448056" y="0"/>
                </a:lnTo>
                <a:lnTo>
                  <a:pt x="466344" y="0"/>
                </a:lnTo>
                <a:lnTo>
                  <a:pt x="466344" y="27432"/>
                </a:lnTo>
                <a:moveTo>
                  <a:pt x="521208" y="27432"/>
                </a:moveTo>
                <a:lnTo>
                  <a:pt x="493776" y="27432"/>
                </a:lnTo>
                <a:lnTo>
                  <a:pt x="493776" y="0"/>
                </a:lnTo>
                <a:lnTo>
                  <a:pt x="521208" y="0"/>
                </a:lnTo>
                <a:lnTo>
                  <a:pt x="521208" y="27432"/>
                </a:lnTo>
                <a:moveTo>
                  <a:pt x="566928" y="27432"/>
                </a:moveTo>
                <a:lnTo>
                  <a:pt x="548640" y="27432"/>
                </a:lnTo>
                <a:lnTo>
                  <a:pt x="548640" y="0"/>
                </a:lnTo>
                <a:lnTo>
                  <a:pt x="566928" y="0"/>
                </a:lnTo>
                <a:lnTo>
                  <a:pt x="566928" y="27432"/>
                </a:lnTo>
                <a:moveTo>
                  <a:pt x="621792" y="27432"/>
                </a:moveTo>
                <a:lnTo>
                  <a:pt x="594360" y="27432"/>
                </a:lnTo>
                <a:lnTo>
                  <a:pt x="594360" y="0"/>
                </a:lnTo>
                <a:lnTo>
                  <a:pt x="621792" y="0"/>
                </a:lnTo>
                <a:lnTo>
                  <a:pt x="621792" y="27432"/>
                </a:lnTo>
                <a:moveTo>
                  <a:pt x="667512" y="27432"/>
                </a:moveTo>
                <a:lnTo>
                  <a:pt x="649224" y="27432"/>
                </a:lnTo>
                <a:lnTo>
                  <a:pt x="649224" y="0"/>
                </a:lnTo>
                <a:lnTo>
                  <a:pt x="667512" y="0"/>
                </a:lnTo>
                <a:lnTo>
                  <a:pt x="667512" y="27432"/>
                </a:lnTo>
                <a:moveTo>
                  <a:pt x="722376" y="27432"/>
                </a:moveTo>
                <a:lnTo>
                  <a:pt x="694944" y="27432"/>
                </a:lnTo>
                <a:lnTo>
                  <a:pt x="694944" y="0"/>
                </a:lnTo>
                <a:lnTo>
                  <a:pt x="722376" y="0"/>
                </a:lnTo>
                <a:lnTo>
                  <a:pt x="722376" y="27432"/>
                </a:lnTo>
                <a:moveTo>
                  <a:pt x="777240" y="27432"/>
                </a:moveTo>
                <a:lnTo>
                  <a:pt x="749808" y="27432"/>
                </a:lnTo>
                <a:lnTo>
                  <a:pt x="749808" y="0"/>
                </a:lnTo>
                <a:lnTo>
                  <a:pt x="777240" y="0"/>
                </a:lnTo>
                <a:lnTo>
                  <a:pt x="777240" y="27432"/>
                </a:lnTo>
                <a:moveTo>
                  <a:pt x="822960" y="27432"/>
                </a:moveTo>
                <a:lnTo>
                  <a:pt x="795528" y="27432"/>
                </a:lnTo>
                <a:lnTo>
                  <a:pt x="795528" y="0"/>
                </a:lnTo>
                <a:lnTo>
                  <a:pt x="822960" y="0"/>
                </a:lnTo>
                <a:lnTo>
                  <a:pt x="822960" y="27432"/>
                </a:lnTo>
                <a:moveTo>
                  <a:pt x="877824" y="27432"/>
                </a:moveTo>
                <a:lnTo>
                  <a:pt x="850392" y="27432"/>
                </a:lnTo>
                <a:lnTo>
                  <a:pt x="850392" y="0"/>
                </a:lnTo>
                <a:lnTo>
                  <a:pt x="877824" y="0"/>
                </a:lnTo>
                <a:lnTo>
                  <a:pt x="877824" y="27432"/>
                </a:lnTo>
                <a:moveTo>
                  <a:pt x="923544" y="27432"/>
                </a:moveTo>
                <a:lnTo>
                  <a:pt x="896112" y="27432"/>
                </a:lnTo>
                <a:lnTo>
                  <a:pt x="896112" y="0"/>
                </a:lnTo>
                <a:lnTo>
                  <a:pt x="923544" y="0"/>
                </a:lnTo>
                <a:lnTo>
                  <a:pt x="923544" y="27432"/>
                </a:lnTo>
                <a:moveTo>
                  <a:pt x="978408" y="27432"/>
                </a:moveTo>
                <a:lnTo>
                  <a:pt x="950976" y="27432"/>
                </a:lnTo>
                <a:lnTo>
                  <a:pt x="950976" y="0"/>
                </a:lnTo>
                <a:lnTo>
                  <a:pt x="978408" y="0"/>
                </a:lnTo>
                <a:lnTo>
                  <a:pt x="978408" y="27432"/>
                </a:lnTo>
                <a:moveTo>
                  <a:pt x="1024128" y="27432"/>
                </a:moveTo>
                <a:lnTo>
                  <a:pt x="1005840" y="27432"/>
                </a:lnTo>
                <a:lnTo>
                  <a:pt x="1005840" y="0"/>
                </a:lnTo>
                <a:lnTo>
                  <a:pt x="1024128" y="0"/>
                </a:lnTo>
                <a:lnTo>
                  <a:pt x="1024128" y="27432"/>
                </a:lnTo>
                <a:moveTo>
                  <a:pt x="1078992" y="27432"/>
                </a:moveTo>
                <a:lnTo>
                  <a:pt x="1051560" y="27432"/>
                </a:lnTo>
                <a:lnTo>
                  <a:pt x="1051560" y="0"/>
                </a:lnTo>
                <a:lnTo>
                  <a:pt x="1078992" y="0"/>
                </a:lnTo>
                <a:lnTo>
                  <a:pt x="1078992" y="27432"/>
                </a:lnTo>
                <a:moveTo>
                  <a:pt x="1124712" y="27432"/>
                </a:moveTo>
                <a:lnTo>
                  <a:pt x="1106424" y="27432"/>
                </a:lnTo>
                <a:lnTo>
                  <a:pt x="1106424" y="0"/>
                </a:lnTo>
                <a:lnTo>
                  <a:pt x="1124712" y="0"/>
                </a:lnTo>
                <a:lnTo>
                  <a:pt x="1124712" y="27432"/>
                </a:lnTo>
                <a:moveTo>
                  <a:pt x="1179576" y="27432"/>
                </a:moveTo>
                <a:lnTo>
                  <a:pt x="1152144" y="27432"/>
                </a:lnTo>
                <a:lnTo>
                  <a:pt x="1152144" y="0"/>
                </a:lnTo>
                <a:lnTo>
                  <a:pt x="1179576" y="0"/>
                </a:lnTo>
                <a:lnTo>
                  <a:pt x="1179576" y="27432"/>
                </a:lnTo>
                <a:moveTo>
                  <a:pt x="1225296" y="27432"/>
                </a:moveTo>
                <a:lnTo>
                  <a:pt x="1207008" y="27432"/>
                </a:lnTo>
                <a:lnTo>
                  <a:pt x="1207008" y="0"/>
                </a:lnTo>
                <a:lnTo>
                  <a:pt x="1225296" y="0"/>
                </a:lnTo>
                <a:lnTo>
                  <a:pt x="1225296" y="27432"/>
                </a:lnTo>
                <a:moveTo>
                  <a:pt x="1280160" y="27432"/>
                </a:moveTo>
                <a:lnTo>
                  <a:pt x="1252728" y="27432"/>
                </a:lnTo>
                <a:lnTo>
                  <a:pt x="1252728" y="0"/>
                </a:lnTo>
                <a:lnTo>
                  <a:pt x="1280160" y="0"/>
                </a:lnTo>
                <a:lnTo>
                  <a:pt x="1280160" y="27432"/>
                </a:lnTo>
                <a:moveTo>
                  <a:pt x="1335024" y="27432"/>
                </a:moveTo>
                <a:lnTo>
                  <a:pt x="1307592" y="27432"/>
                </a:lnTo>
                <a:lnTo>
                  <a:pt x="1307592" y="0"/>
                </a:lnTo>
                <a:lnTo>
                  <a:pt x="1335024" y="0"/>
                </a:lnTo>
                <a:lnTo>
                  <a:pt x="1335024" y="27432"/>
                </a:lnTo>
                <a:moveTo>
                  <a:pt x="1380744" y="27432"/>
                </a:moveTo>
                <a:lnTo>
                  <a:pt x="1353312" y="27432"/>
                </a:lnTo>
                <a:lnTo>
                  <a:pt x="1353312" y="0"/>
                </a:lnTo>
                <a:lnTo>
                  <a:pt x="1380744" y="0"/>
                </a:lnTo>
                <a:lnTo>
                  <a:pt x="1380744" y="27432"/>
                </a:lnTo>
                <a:moveTo>
                  <a:pt x="1435608" y="27432"/>
                </a:moveTo>
                <a:lnTo>
                  <a:pt x="1408176" y="27432"/>
                </a:lnTo>
                <a:lnTo>
                  <a:pt x="1408176" y="0"/>
                </a:lnTo>
                <a:lnTo>
                  <a:pt x="1435608" y="0"/>
                </a:lnTo>
                <a:lnTo>
                  <a:pt x="1435608" y="27432"/>
                </a:lnTo>
                <a:moveTo>
                  <a:pt x="1481328" y="27432"/>
                </a:moveTo>
                <a:lnTo>
                  <a:pt x="1453896" y="27432"/>
                </a:lnTo>
                <a:lnTo>
                  <a:pt x="1453896" y="0"/>
                </a:lnTo>
                <a:lnTo>
                  <a:pt x="1481328" y="0"/>
                </a:lnTo>
                <a:lnTo>
                  <a:pt x="1481328" y="27432"/>
                </a:lnTo>
                <a:moveTo>
                  <a:pt x="1536192" y="27432"/>
                </a:moveTo>
                <a:lnTo>
                  <a:pt x="1508760" y="27432"/>
                </a:lnTo>
                <a:lnTo>
                  <a:pt x="1508760" y="0"/>
                </a:lnTo>
                <a:lnTo>
                  <a:pt x="1536192" y="0"/>
                </a:lnTo>
                <a:lnTo>
                  <a:pt x="1536192" y="27432"/>
                </a:lnTo>
                <a:moveTo>
                  <a:pt x="1581912" y="27432"/>
                </a:moveTo>
                <a:lnTo>
                  <a:pt x="1554480" y="27432"/>
                </a:lnTo>
                <a:lnTo>
                  <a:pt x="1554480" y="0"/>
                </a:lnTo>
                <a:lnTo>
                  <a:pt x="1581912" y="0"/>
                </a:lnTo>
                <a:lnTo>
                  <a:pt x="1581912" y="27432"/>
                </a:lnTo>
                <a:moveTo>
                  <a:pt x="1636776" y="27432"/>
                </a:moveTo>
                <a:lnTo>
                  <a:pt x="1609344" y="27432"/>
                </a:lnTo>
                <a:lnTo>
                  <a:pt x="1609344" y="0"/>
                </a:lnTo>
                <a:lnTo>
                  <a:pt x="1636776" y="0"/>
                </a:lnTo>
                <a:lnTo>
                  <a:pt x="1636776" y="27432"/>
                </a:lnTo>
                <a:moveTo>
                  <a:pt x="1682496" y="27432"/>
                </a:moveTo>
                <a:lnTo>
                  <a:pt x="1664208" y="27432"/>
                </a:lnTo>
                <a:lnTo>
                  <a:pt x="1664208" y="0"/>
                </a:lnTo>
                <a:lnTo>
                  <a:pt x="1682496" y="0"/>
                </a:lnTo>
                <a:lnTo>
                  <a:pt x="1682496" y="27432"/>
                </a:lnTo>
                <a:moveTo>
                  <a:pt x="1737360" y="27432"/>
                </a:moveTo>
                <a:lnTo>
                  <a:pt x="1709928" y="27432"/>
                </a:lnTo>
                <a:lnTo>
                  <a:pt x="1709928" y="0"/>
                </a:lnTo>
                <a:lnTo>
                  <a:pt x="1737360" y="0"/>
                </a:lnTo>
                <a:lnTo>
                  <a:pt x="1737360" y="27432"/>
                </a:lnTo>
                <a:moveTo>
                  <a:pt x="1783080" y="27432"/>
                </a:moveTo>
                <a:lnTo>
                  <a:pt x="1764792" y="27432"/>
                </a:lnTo>
                <a:lnTo>
                  <a:pt x="1764792" y="0"/>
                </a:lnTo>
                <a:lnTo>
                  <a:pt x="1783080" y="0"/>
                </a:lnTo>
                <a:lnTo>
                  <a:pt x="1783080" y="27432"/>
                </a:lnTo>
                <a:moveTo>
                  <a:pt x="1837944" y="27432"/>
                </a:moveTo>
                <a:lnTo>
                  <a:pt x="1810512" y="27432"/>
                </a:lnTo>
                <a:lnTo>
                  <a:pt x="1810512" y="0"/>
                </a:lnTo>
                <a:lnTo>
                  <a:pt x="1837944" y="0"/>
                </a:lnTo>
                <a:lnTo>
                  <a:pt x="1837944" y="27432"/>
                </a:lnTo>
                <a:moveTo>
                  <a:pt x="1892808" y="27432"/>
                </a:moveTo>
                <a:lnTo>
                  <a:pt x="1865376" y="27432"/>
                </a:lnTo>
                <a:lnTo>
                  <a:pt x="1865376" y="0"/>
                </a:lnTo>
                <a:lnTo>
                  <a:pt x="1892808" y="0"/>
                </a:lnTo>
                <a:lnTo>
                  <a:pt x="1892808" y="27432"/>
                </a:lnTo>
                <a:moveTo>
                  <a:pt x="1938528" y="27432"/>
                </a:moveTo>
                <a:lnTo>
                  <a:pt x="1911096" y="27432"/>
                </a:lnTo>
                <a:lnTo>
                  <a:pt x="1911096" y="0"/>
                </a:lnTo>
                <a:lnTo>
                  <a:pt x="1938528" y="0"/>
                </a:lnTo>
                <a:lnTo>
                  <a:pt x="1938528" y="27432"/>
                </a:lnTo>
                <a:moveTo>
                  <a:pt x="1993392" y="27432"/>
                </a:moveTo>
                <a:lnTo>
                  <a:pt x="1965960" y="27432"/>
                </a:lnTo>
                <a:lnTo>
                  <a:pt x="1965960" y="0"/>
                </a:lnTo>
                <a:lnTo>
                  <a:pt x="1993392" y="0"/>
                </a:lnTo>
                <a:lnTo>
                  <a:pt x="1993392" y="27432"/>
                </a:lnTo>
                <a:moveTo>
                  <a:pt x="2039112" y="27432"/>
                </a:moveTo>
                <a:lnTo>
                  <a:pt x="2011680" y="27432"/>
                </a:lnTo>
                <a:lnTo>
                  <a:pt x="2011680" y="0"/>
                </a:lnTo>
                <a:lnTo>
                  <a:pt x="2039112" y="0"/>
                </a:lnTo>
                <a:lnTo>
                  <a:pt x="2039112" y="27432"/>
                </a:lnTo>
                <a:moveTo>
                  <a:pt x="2093976" y="27432"/>
                </a:moveTo>
                <a:lnTo>
                  <a:pt x="2066544" y="27432"/>
                </a:lnTo>
                <a:lnTo>
                  <a:pt x="2066544" y="0"/>
                </a:lnTo>
                <a:lnTo>
                  <a:pt x="2093976" y="0"/>
                </a:lnTo>
                <a:lnTo>
                  <a:pt x="2093976" y="27432"/>
                </a:lnTo>
                <a:moveTo>
                  <a:pt x="2139696" y="27432"/>
                </a:moveTo>
                <a:lnTo>
                  <a:pt x="2112264" y="27432"/>
                </a:lnTo>
                <a:lnTo>
                  <a:pt x="2112264" y="0"/>
                </a:lnTo>
                <a:lnTo>
                  <a:pt x="2139696" y="0"/>
                </a:lnTo>
                <a:lnTo>
                  <a:pt x="2139696" y="27432"/>
                </a:lnTo>
                <a:moveTo>
                  <a:pt x="2194560" y="27432"/>
                </a:moveTo>
                <a:lnTo>
                  <a:pt x="2167128" y="27432"/>
                </a:lnTo>
                <a:lnTo>
                  <a:pt x="2167128" y="0"/>
                </a:lnTo>
                <a:lnTo>
                  <a:pt x="2194560" y="0"/>
                </a:lnTo>
                <a:lnTo>
                  <a:pt x="2194560" y="27432"/>
                </a:lnTo>
                <a:moveTo>
                  <a:pt x="2240280" y="27432"/>
                </a:moveTo>
                <a:lnTo>
                  <a:pt x="2221992" y="27432"/>
                </a:lnTo>
                <a:lnTo>
                  <a:pt x="2221992" y="0"/>
                </a:lnTo>
                <a:lnTo>
                  <a:pt x="2240280" y="0"/>
                </a:lnTo>
                <a:lnTo>
                  <a:pt x="2240280" y="27432"/>
                </a:lnTo>
                <a:moveTo>
                  <a:pt x="2295144" y="27432"/>
                </a:moveTo>
                <a:lnTo>
                  <a:pt x="2267712" y="27432"/>
                </a:lnTo>
                <a:lnTo>
                  <a:pt x="2267712" y="0"/>
                </a:lnTo>
                <a:lnTo>
                  <a:pt x="2295144" y="0"/>
                </a:lnTo>
                <a:lnTo>
                  <a:pt x="2295144" y="27432"/>
                </a:lnTo>
                <a:moveTo>
                  <a:pt x="2340864" y="27432"/>
                </a:moveTo>
                <a:lnTo>
                  <a:pt x="2322576" y="27432"/>
                </a:lnTo>
                <a:lnTo>
                  <a:pt x="2322576" y="0"/>
                </a:lnTo>
                <a:lnTo>
                  <a:pt x="2340864" y="0"/>
                </a:lnTo>
                <a:lnTo>
                  <a:pt x="2340864" y="27432"/>
                </a:lnTo>
                <a:moveTo>
                  <a:pt x="2395728" y="27432"/>
                </a:moveTo>
                <a:lnTo>
                  <a:pt x="2368296" y="27432"/>
                </a:lnTo>
                <a:lnTo>
                  <a:pt x="2368296" y="0"/>
                </a:lnTo>
                <a:lnTo>
                  <a:pt x="2395728" y="0"/>
                </a:lnTo>
                <a:lnTo>
                  <a:pt x="2395728" y="27432"/>
                </a:lnTo>
                <a:moveTo>
                  <a:pt x="2450592" y="27432"/>
                </a:moveTo>
                <a:lnTo>
                  <a:pt x="2423160" y="27432"/>
                </a:lnTo>
                <a:lnTo>
                  <a:pt x="2423160" y="0"/>
                </a:lnTo>
                <a:lnTo>
                  <a:pt x="2450592" y="0"/>
                </a:lnTo>
                <a:lnTo>
                  <a:pt x="2450592" y="27432"/>
                </a:lnTo>
                <a:moveTo>
                  <a:pt x="2496312" y="27432"/>
                </a:moveTo>
                <a:lnTo>
                  <a:pt x="2468880" y="27432"/>
                </a:lnTo>
                <a:lnTo>
                  <a:pt x="2468880" y="0"/>
                </a:lnTo>
                <a:lnTo>
                  <a:pt x="2496312" y="0"/>
                </a:lnTo>
                <a:lnTo>
                  <a:pt x="2496312" y="27432"/>
                </a:lnTo>
                <a:moveTo>
                  <a:pt x="2551176" y="27432"/>
                </a:moveTo>
                <a:lnTo>
                  <a:pt x="2523744" y="27432"/>
                </a:lnTo>
                <a:lnTo>
                  <a:pt x="2523744" y="0"/>
                </a:lnTo>
                <a:lnTo>
                  <a:pt x="2551176" y="0"/>
                </a:lnTo>
                <a:lnTo>
                  <a:pt x="2551176" y="27432"/>
                </a:lnTo>
                <a:moveTo>
                  <a:pt x="2596896" y="27432"/>
                </a:moveTo>
                <a:lnTo>
                  <a:pt x="2569464" y="27432"/>
                </a:lnTo>
                <a:lnTo>
                  <a:pt x="2569464" y="0"/>
                </a:lnTo>
                <a:lnTo>
                  <a:pt x="2596896" y="0"/>
                </a:lnTo>
                <a:lnTo>
                  <a:pt x="2596896" y="27432"/>
                </a:lnTo>
                <a:moveTo>
                  <a:pt x="2651760" y="27432"/>
                </a:moveTo>
                <a:lnTo>
                  <a:pt x="2624328" y="27432"/>
                </a:lnTo>
                <a:lnTo>
                  <a:pt x="2624328" y="0"/>
                </a:lnTo>
                <a:lnTo>
                  <a:pt x="2651760" y="0"/>
                </a:lnTo>
                <a:lnTo>
                  <a:pt x="2651760" y="27432"/>
                </a:lnTo>
                <a:moveTo>
                  <a:pt x="2697480" y="27432"/>
                </a:moveTo>
                <a:lnTo>
                  <a:pt x="2670048" y="27432"/>
                </a:lnTo>
                <a:lnTo>
                  <a:pt x="2670048" y="0"/>
                </a:lnTo>
                <a:lnTo>
                  <a:pt x="2697480" y="0"/>
                </a:lnTo>
                <a:lnTo>
                  <a:pt x="2697480" y="27432"/>
                </a:lnTo>
                <a:moveTo>
                  <a:pt x="2752344" y="27432"/>
                </a:moveTo>
                <a:lnTo>
                  <a:pt x="2724912" y="27432"/>
                </a:lnTo>
                <a:lnTo>
                  <a:pt x="2724912" y="0"/>
                </a:lnTo>
                <a:lnTo>
                  <a:pt x="2752344" y="0"/>
                </a:lnTo>
                <a:lnTo>
                  <a:pt x="2752344" y="27432"/>
                </a:lnTo>
                <a:moveTo>
                  <a:pt x="2798064" y="27432"/>
                </a:moveTo>
                <a:lnTo>
                  <a:pt x="2779776" y="27432"/>
                </a:lnTo>
                <a:lnTo>
                  <a:pt x="2779776" y="0"/>
                </a:lnTo>
                <a:lnTo>
                  <a:pt x="2798064" y="0"/>
                </a:lnTo>
                <a:lnTo>
                  <a:pt x="2798064" y="27432"/>
                </a:lnTo>
                <a:moveTo>
                  <a:pt x="2852928" y="27432"/>
                </a:moveTo>
                <a:lnTo>
                  <a:pt x="2825496" y="27432"/>
                </a:lnTo>
                <a:lnTo>
                  <a:pt x="2825496" y="0"/>
                </a:lnTo>
                <a:lnTo>
                  <a:pt x="2852928" y="0"/>
                </a:lnTo>
                <a:lnTo>
                  <a:pt x="2852928" y="27432"/>
                </a:lnTo>
                <a:moveTo>
                  <a:pt x="2898648" y="27432"/>
                </a:moveTo>
                <a:lnTo>
                  <a:pt x="2880360" y="27432"/>
                </a:lnTo>
                <a:lnTo>
                  <a:pt x="2880360" y="0"/>
                </a:lnTo>
                <a:lnTo>
                  <a:pt x="2898648" y="0"/>
                </a:lnTo>
                <a:lnTo>
                  <a:pt x="2898648" y="27432"/>
                </a:lnTo>
                <a:moveTo>
                  <a:pt x="2953512" y="27432"/>
                </a:moveTo>
                <a:lnTo>
                  <a:pt x="2926080" y="27432"/>
                </a:lnTo>
                <a:lnTo>
                  <a:pt x="2926080" y="0"/>
                </a:lnTo>
                <a:lnTo>
                  <a:pt x="2953512" y="0"/>
                </a:lnTo>
                <a:lnTo>
                  <a:pt x="2953512" y="27432"/>
                </a:lnTo>
                <a:moveTo>
                  <a:pt x="3008376" y="27432"/>
                </a:moveTo>
                <a:lnTo>
                  <a:pt x="2980944" y="27432"/>
                </a:lnTo>
                <a:lnTo>
                  <a:pt x="2980944" y="0"/>
                </a:lnTo>
                <a:lnTo>
                  <a:pt x="3008376" y="0"/>
                </a:lnTo>
                <a:lnTo>
                  <a:pt x="3008376" y="27432"/>
                </a:lnTo>
                <a:moveTo>
                  <a:pt x="3054096" y="27432"/>
                </a:moveTo>
                <a:lnTo>
                  <a:pt x="3026664" y="27432"/>
                </a:lnTo>
                <a:lnTo>
                  <a:pt x="3026664" y="0"/>
                </a:lnTo>
                <a:lnTo>
                  <a:pt x="3054096" y="0"/>
                </a:lnTo>
                <a:lnTo>
                  <a:pt x="3054096" y="27432"/>
                </a:lnTo>
                <a:moveTo>
                  <a:pt x="3108960" y="27432"/>
                </a:moveTo>
                <a:lnTo>
                  <a:pt x="3081528" y="27432"/>
                </a:lnTo>
                <a:lnTo>
                  <a:pt x="3081528" y="0"/>
                </a:lnTo>
                <a:lnTo>
                  <a:pt x="3108960" y="0"/>
                </a:lnTo>
                <a:lnTo>
                  <a:pt x="3108960" y="27432"/>
                </a:lnTo>
                <a:moveTo>
                  <a:pt x="3136392" y="27432"/>
                </a:moveTo>
                <a:lnTo>
                  <a:pt x="3127248" y="27432"/>
                </a:lnTo>
                <a:lnTo>
                  <a:pt x="3127248" y="0"/>
                </a:lnTo>
                <a:lnTo>
                  <a:pt x="3154680" y="0"/>
                </a:lnTo>
                <a:lnTo>
                  <a:pt x="3163824" y="18288"/>
                </a:lnTo>
                <a:lnTo>
                  <a:pt x="3136392" y="27432"/>
                </a:lnTo>
                <a:lnTo>
                  <a:pt x="3136392" y="27432"/>
                </a:lnTo>
                <a:moveTo>
                  <a:pt x="3163824" y="73152"/>
                </a:moveTo>
                <a:lnTo>
                  <a:pt x="3145536" y="54864"/>
                </a:lnTo>
                <a:lnTo>
                  <a:pt x="3172968" y="45720"/>
                </a:lnTo>
                <a:lnTo>
                  <a:pt x="3182112" y="64008"/>
                </a:lnTo>
                <a:lnTo>
                  <a:pt x="3163824" y="73152"/>
                </a:lnTo>
                <a:moveTo>
                  <a:pt x="3182112" y="118872"/>
                </a:moveTo>
                <a:lnTo>
                  <a:pt x="3172968" y="100584"/>
                </a:lnTo>
                <a:lnTo>
                  <a:pt x="3191256" y="91440"/>
                </a:lnTo>
                <a:lnTo>
                  <a:pt x="3209544" y="109728"/>
                </a:lnTo>
                <a:lnTo>
                  <a:pt x="3182112" y="118872"/>
                </a:lnTo>
                <a:moveTo>
                  <a:pt x="3209544" y="173736"/>
                </a:moveTo>
                <a:lnTo>
                  <a:pt x="3191256" y="146304"/>
                </a:lnTo>
                <a:lnTo>
                  <a:pt x="3218688" y="137160"/>
                </a:lnTo>
                <a:lnTo>
                  <a:pt x="3227832" y="155448"/>
                </a:lnTo>
                <a:lnTo>
                  <a:pt x="3209544" y="173736"/>
                </a:lnTo>
                <a:moveTo>
                  <a:pt x="3227832" y="219456"/>
                </a:moveTo>
                <a:lnTo>
                  <a:pt x="3218688" y="192024"/>
                </a:lnTo>
                <a:lnTo>
                  <a:pt x="3236976" y="182880"/>
                </a:lnTo>
                <a:lnTo>
                  <a:pt x="3246120" y="201168"/>
                </a:lnTo>
                <a:lnTo>
                  <a:pt x="3227832" y="219456"/>
                </a:lnTo>
                <a:moveTo>
                  <a:pt x="3246120" y="265176"/>
                </a:moveTo>
                <a:lnTo>
                  <a:pt x="3236976" y="237744"/>
                </a:lnTo>
                <a:lnTo>
                  <a:pt x="3264408" y="228600"/>
                </a:lnTo>
                <a:lnTo>
                  <a:pt x="3273552" y="256032"/>
                </a:lnTo>
                <a:lnTo>
                  <a:pt x="3246120" y="265176"/>
                </a:lnTo>
                <a:moveTo>
                  <a:pt x="3273552" y="310896"/>
                </a:moveTo>
                <a:lnTo>
                  <a:pt x="3264408" y="283464"/>
                </a:lnTo>
                <a:lnTo>
                  <a:pt x="3282696" y="274320"/>
                </a:lnTo>
                <a:lnTo>
                  <a:pt x="3291840" y="301752"/>
                </a:lnTo>
                <a:lnTo>
                  <a:pt x="3273552" y="310896"/>
                </a:lnTo>
                <a:moveTo>
                  <a:pt x="3291840" y="356616"/>
                </a:moveTo>
                <a:lnTo>
                  <a:pt x="3282696" y="329184"/>
                </a:lnTo>
                <a:lnTo>
                  <a:pt x="3310128" y="320040"/>
                </a:lnTo>
                <a:lnTo>
                  <a:pt x="3319272" y="347472"/>
                </a:lnTo>
                <a:lnTo>
                  <a:pt x="3291840" y="356616"/>
                </a:lnTo>
                <a:moveTo>
                  <a:pt x="3319272" y="402336"/>
                </a:moveTo>
                <a:lnTo>
                  <a:pt x="3310128" y="374904"/>
                </a:lnTo>
                <a:lnTo>
                  <a:pt x="3328416" y="365760"/>
                </a:lnTo>
                <a:lnTo>
                  <a:pt x="3337560" y="393192"/>
                </a:lnTo>
                <a:lnTo>
                  <a:pt x="3319272" y="402336"/>
                </a:lnTo>
                <a:moveTo>
                  <a:pt x="3328416" y="429768"/>
                </a:moveTo>
                <a:lnTo>
                  <a:pt x="3355848" y="411480"/>
                </a:lnTo>
                <a:lnTo>
                  <a:pt x="3355848" y="420624"/>
                </a:lnTo>
                <a:lnTo>
                  <a:pt x="3355848" y="420624"/>
                </a:lnTo>
                <a:lnTo>
                  <a:pt x="3355848" y="448056"/>
                </a:lnTo>
                <a:lnTo>
                  <a:pt x="3337560" y="448056"/>
                </a:lnTo>
                <a:lnTo>
                  <a:pt x="3328416" y="429768"/>
                </a:lnTo>
                <a:moveTo>
                  <a:pt x="3410712" y="448056"/>
                </a:moveTo>
                <a:lnTo>
                  <a:pt x="3383280" y="448056"/>
                </a:lnTo>
                <a:lnTo>
                  <a:pt x="3383280" y="420624"/>
                </a:lnTo>
                <a:lnTo>
                  <a:pt x="3410712" y="420624"/>
                </a:lnTo>
                <a:lnTo>
                  <a:pt x="3410712" y="448056"/>
                </a:lnTo>
                <a:moveTo>
                  <a:pt x="3456432" y="448056"/>
                </a:moveTo>
                <a:lnTo>
                  <a:pt x="3429000" y="448056"/>
                </a:lnTo>
                <a:lnTo>
                  <a:pt x="3429000" y="420624"/>
                </a:lnTo>
                <a:lnTo>
                  <a:pt x="3456432" y="420624"/>
                </a:lnTo>
                <a:lnTo>
                  <a:pt x="3456432" y="448056"/>
                </a:lnTo>
                <a:moveTo>
                  <a:pt x="3502152" y="448056"/>
                </a:moveTo>
                <a:lnTo>
                  <a:pt x="3483864" y="448056"/>
                </a:lnTo>
                <a:lnTo>
                  <a:pt x="3483864" y="420624"/>
                </a:lnTo>
                <a:lnTo>
                  <a:pt x="3502152" y="420624"/>
                </a:lnTo>
                <a:lnTo>
                  <a:pt x="3502152" y="448056"/>
                </a:lnTo>
                <a:moveTo>
                  <a:pt x="3557016" y="448056"/>
                </a:moveTo>
                <a:lnTo>
                  <a:pt x="3529584" y="448056"/>
                </a:lnTo>
                <a:lnTo>
                  <a:pt x="3529584" y="420624"/>
                </a:lnTo>
                <a:lnTo>
                  <a:pt x="3557016" y="420624"/>
                </a:lnTo>
                <a:lnTo>
                  <a:pt x="3557016" y="448056"/>
                </a:lnTo>
                <a:moveTo>
                  <a:pt x="3602736" y="448056"/>
                </a:moveTo>
                <a:lnTo>
                  <a:pt x="3575304" y="448056"/>
                </a:lnTo>
                <a:lnTo>
                  <a:pt x="3575304" y="420624"/>
                </a:lnTo>
                <a:lnTo>
                  <a:pt x="3602736" y="420624"/>
                </a:lnTo>
                <a:lnTo>
                  <a:pt x="3602736" y="448056"/>
                </a:lnTo>
                <a:moveTo>
                  <a:pt x="3648456" y="448056"/>
                </a:moveTo>
                <a:lnTo>
                  <a:pt x="3630168" y="448056"/>
                </a:lnTo>
                <a:lnTo>
                  <a:pt x="3630168" y="420624"/>
                </a:lnTo>
                <a:lnTo>
                  <a:pt x="3648456" y="420624"/>
                </a:lnTo>
                <a:lnTo>
                  <a:pt x="3648456" y="448056"/>
                </a:lnTo>
                <a:moveTo>
                  <a:pt x="3703320" y="448056"/>
                </a:moveTo>
                <a:lnTo>
                  <a:pt x="3675888" y="448056"/>
                </a:lnTo>
                <a:lnTo>
                  <a:pt x="3675888" y="420624"/>
                </a:lnTo>
                <a:lnTo>
                  <a:pt x="3703320" y="420624"/>
                </a:lnTo>
                <a:lnTo>
                  <a:pt x="3703320" y="448056"/>
                </a:lnTo>
                <a:moveTo>
                  <a:pt x="3749040" y="448056"/>
                </a:moveTo>
                <a:lnTo>
                  <a:pt x="3721608" y="448056"/>
                </a:lnTo>
                <a:lnTo>
                  <a:pt x="3721608" y="420624"/>
                </a:lnTo>
                <a:lnTo>
                  <a:pt x="3749040" y="420624"/>
                </a:lnTo>
                <a:lnTo>
                  <a:pt x="3749040" y="448056"/>
                </a:lnTo>
                <a:moveTo>
                  <a:pt x="3785616" y="448056"/>
                </a:moveTo>
                <a:lnTo>
                  <a:pt x="3776472" y="448056"/>
                </a:lnTo>
                <a:lnTo>
                  <a:pt x="3776472" y="420624"/>
                </a:lnTo>
                <a:lnTo>
                  <a:pt x="3785616" y="420624"/>
                </a:lnTo>
                <a:lnTo>
                  <a:pt x="3785616" y="448056"/>
                </a:lnTo>
              </a:path>
            </a:pathLst>
          </a:custGeom>
          <a:gradFill>
            <a:gsLst>
              <a:gs pos="100000">
                <a:schemeClr val="accent2">
                  <a:lumMod val="20000"/>
                  <a:lumOff val="80000"/>
                  <a:alpha val="100000"/>
                </a:schemeClr>
              </a:gs>
              <a:gs pos="0">
                <a:schemeClr val="accent2">
                  <a:alpha val="10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对象6"/>
          <p:cNvSpPr/>
          <p:nvPr>
            <p:custDataLst>
              <p:tags r:id="rId6"/>
            </p:custDataLst>
          </p:nvPr>
        </p:nvSpPr>
        <p:spPr>
          <a:xfrm>
            <a:off x="4461517" y="2609891"/>
            <a:ext cx="3236507" cy="3236507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对象7"/>
          <p:cNvSpPr/>
          <p:nvPr>
            <p:custDataLst>
              <p:tags r:id="rId7"/>
            </p:custDataLst>
          </p:nvPr>
        </p:nvSpPr>
        <p:spPr>
          <a:xfrm>
            <a:off x="4257368" y="3333752"/>
            <a:ext cx="1789816" cy="2160763"/>
          </a:xfrm>
          <a:custGeom>
            <a:avLst/>
            <a:gdLst/>
            <a:ahLst/>
            <a:cxnLst/>
            <a:rect l="l" t="t" r="r" b="b"/>
            <a:pathLst>
              <a:path w="1764792" h="2130552">
                <a:moveTo>
                  <a:pt x="283464" y="9144"/>
                </a:moveTo>
                <a:cubicBezTo>
                  <a:pt x="256032" y="-9144"/>
                  <a:pt x="228600" y="0"/>
                  <a:pt x="219456" y="27432"/>
                </a:cubicBezTo>
                <a:cubicBezTo>
                  <a:pt x="36576" y="356616"/>
                  <a:pt x="-36576" y="740664"/>
                  <a:pt x="18288" y="1115568"/>
                </a:cubicBezTo>
                <a:cubicBezTo>
                  <a:pt x="64008" y="1490472"/>
                  <a:pt x="228600" y="1837944"/>
                  <a:pt x="493776" y="2112264"/>
                </a:cubicBezTo>
                <a:cubicBezTo>
                  <a:pt x="512064" y="2130552"/>
                  <a:pt x="539496" y="2130552"/>
                  <a:pt x="557784" y="2112264"/>
                </a:cubicBezTo>
                <a:lnTo>
                  <a:pt x="1746504" y="923544"/>
                </a:lnTo>
                <a:cubicBezTo>
                  <a:pt x="1773936" y="905256"/>
                  <a:pt x="1764792" y="859536"/>
                  <a:pt x="1737360" y="850392"/>
                </a:cubicBezTo>
                <a:lnTo>
                  <a:pt x="283464" y="9144"/>
                </a:lnTo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1032687" scaled="0"/>
          </a:gradFill>
          <a:ln w="25400">
            <a:solidFill>
              <a:schemeClr val="lt1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对象8"/>
          <p:cNvSpPr/>
          <p:nvPr>
            <p:custDataLst>
              <p:tags r:id="rId8"/>
            </p:custDataLst>
          </p:nvPr>
        </p:nvSpPr>
        <p:spPr>
          <a:xfrm>
            <a:off x="4739727" y="4261118"/>
            <a:ext cx="2281320" cy="1891827"/>
          </a:xfrm>
          <a:custGeom>
            <a:avLst/>
            <a:gdLst/>
            <a:ahLst/>
            <a:cxnLst/>
            <a:rect l="l" t="t" r="r" b="b"/>
            <a:pathLst>
              <a:path w="2249424" h="1865376">
                <a:moveTo>
                  <a:pt x="18288" y="1271016"/>
                </a:moveTo>
                <a:cubicBezTo>
                  <a:pt x="-9144" y="1298448"/>
                  <a:pt x="-9144" y="1325880"/>
                  <a:pt x="18288" y="1344168"/>
                </a:cubicBezTo>
                <a:cubicBezTo>
                  <a:pt x="301752" y="1618488"/>
                  <a:pt x="676656" y="1801368"/>
                  <a:pt x="1069848" y="1847088"/>
                </a:cubicBezTo>
                <a:cubicBezTo>
                  <a:pt x="1472184" y="1901952"/>
                  <a:pt x="1874520" y="1828800"/>
                  <a:pt x="2221992" y="1636776"/>
                </a:cubicBezTo>
                <a:cubicBezTo>
                  <a:pt x="2249424" y="1627632"/>
                  <a:pt x="2258568" y="1591056"/>
                  <a:pt x="2249424" y="1572768"/>
                </a:cubicBezTo>
                <a:lnTo>
                  <a:pt x="1353312" y="27432"/>
                </a:lnTo>
                <a:cubicBezTo>
                  <a:pt x="1335024" y="0"/>
                  <a:pt x="1298448" y="-9144"/>
                  <a:pt x="1271016" y="18288"/>
                </a:cubicBezTo>
                <a:lnTo>
                  <a:pt x="18288" y="1271016"/>
                </a:ln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6723181" scaled="0"/>
          </a:gradFill>
          <a:ln w="25400">
            <a:solidFill>
              <a:schemeClr val="lt1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对象9"/>
          <p:cNvSpPr/>
          <p:nvPr>
            <p:custDataLst>
              <p:tags r:id="rId9"/>
            </p:custDataLst>
          </p:nvPr>
        </p:nvSpPr>
        <p:spPr>
          <a:xfrm>
            <a:off x="6103084" y="3713715"/>
            <a:ext cx="2003111" cy="2253499"/>
          </a:xfrm>
          <a:custGeom>
            <a:avLst/>
            <a:gdLst/>
            <a:ahLst/>
            <a:cxnLst/>
            <a:rect l="l" t="t" r="r" b="b"/>
            <a:pathLst>
              <a:path w="1975104" h="2221992">
                <a:moveTo>
                  <a:pt x="950976" y="2194560"/>
                </a:moveTo>
                <a:cubicBezTo>
                  <a:pt x="960120" y="2221992"/>
                  <a:pt x="996696" y="2231136"/>
                  <a:pt x="1014984" y="2212848"/>
                </a:cubicBezTo>
                <a:cubicBezTo>
                  <a:pt x="1380744" y="1993392"/>
                  <a:pt x="1664208" y="1664208"/>
                  <a:pt x="1819656" y="1271016"/>
                </a:cubicBezTo>
                <a:cubicBezTo>
                  <a:pt x="1984248" y="877824"/>
                  <a:pt x="2020824" y="448056"/>
                  <a:pt x="1920240" y="36576"/>
                </a:cubicBezTo>
                <a:cubicBezTo>
                  <a:pt x="1911096" y="9144"/>
                  <a:pt x="1883664" y="-9144"/>
                  <a:pt x="1856232" y="0"/>
                </a:cubicBezTo>
                <a:lnTo>
                  <a:pt x="36576" y="484632"/>
                </a:lnTo>
                <a:cubicBezTo>
                  <a:pt x="9144" y="493776"/>
                  <a:pt x="-9144" y="530352"/>
                  <a:pt x="9144" y="566928"/>
                </a:cubicBezTo>
                <a:lnTo>
                  <a:pt x="950976" y="2194560"/>
                </a:lnTo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2223582" scaled="0"/>
          </a:gradFill>
          <a:ln w="25400">
            <a:solidFill>
              <a:schemeClr val="lt1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对象10"/>
          <p:cNvSpPr/>
          <p:nvPr>
            <p:custDataLst>
              <p:tags r:id="rId10"/>
            </p:custDataLst>
          </p:nvPr>
        </p:nvSpPr>
        <p:spPr>
          <a:xfrm>
            <a:off x="6084408" y="2099840"/>
            <a:ext cx="2049479" cy="2114395"/>
          </a:xfrm>
          <a:custGeom>
            <a:avLst/>
            <a:gdLst/>
            <a:ahLst/>
            <a:cxnLst/>
            <a:rect l="l" t="t" r="r" b="b"/>
            <a:pathLst>
              <a:path w="2020824" h="2084832">
                <a:moveTo>
                  <a:pt x="1984248" y="1572768"/>
                </a:moveTo>
                <a:cubicBezTo>
                  <a:pt x="2011680" y="1563624"/>
                  <a:pt x="2020824" y="1536192"/>
                  <a:pt x="2020824" y="1508760"/>
                </a:cubicBezTo>
                <a:cubicBezTo>
                  <a:pt x="1892808" y="1078992"/>
                  <a:pt x="1636776" y="704088"/>
                  <a:pt x="1280160" y="429768"/>
                </a:cubicBezTo>
                <a:cubicBezTo>
                  <a:pt x="923544" y="164592"/>
                  <a:pt x="493776" y="9144"/>
                  <a:pt x="54864" y="0"/>
                </a:cubicBezTo>
                <a:cubicBezTo>
                  <a:pt x="18288" y="0"/>
                  <a:pt x="27432" y="18288"/>
                  <a:pt x="27432" y="45720"/>
                </a:cubicBezTo>
                <a:lnTo>
                  <a:pt x="0" y="2039112"/>
                </a:lnTo>
                <a:cubicBezTo>
                  <a:pt x="-36576" y="2066544"/>
                  <a:pt x="27432" y="2093976"/>
                  <a:pt x="64008" y="2084832"/>
                </a:cubicBezTo>
                <a:lnTo>
                  <a:pt x="1984248" y="1572768"/>
                </a:ln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701152" scaled="0"/>
          </a:gradFill>
          <a:ln w="25400">
            <a:solidFill>
              <a:schemeClr val="lt1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3" name="对象19"/>
          <p:cNvSpPr/>
          <p:nvPr>
            <p:custDataLst>
              <p:tags r:id="rId11"/>
            </p:custDataLst>
          </p:nvPr>
        </p:nvSpPr>
        <p:spPr>
          <a:xfrm>
            <a:off x="4992177" y="3136687"/>
            <a:ext cx="2216186" cy="2216186"/>
          </a:xfrm>
          <a:prstGeom prst="ellipse">
            <a:avLst/>
          </a:prstGeom>
          <a:solidFill>
            <a:srgbClr val="FFFFFF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27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 fontScale="4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>
                <a:solidFill>
                  <a:srgbClr val="000000"/>
                </a:solidFill>
                <a:latin typeface="+mj-lt"/>
                <a:sym typeface="+mn-ea"/>
              </a:rPr>
              <a:t>• Predictive Machine Learning Modeling: Develop supervised regression models (Random Forest, XGBoost) to forecast farm-level crop yields and market revenues based on early-season climate indicators.</a:t>
            </a:r>
            <a:endParaRPr lang="en-US" sz="2400" b="1">
              <a:solidFill>
                <a:srgbClr val="000000"/>
              </a:solidFill>
              <a:latin typeface="+mj-lt"/>
              <a:sym typeface="+mn-ea"/>
            </a:endParaRPr>
          </a:p>
        </p:txBody>
      </p:sp>
      <p:sp>
        <p:nvSpPr>
          <p:cNvPr id="114" name="对象20"/>
          <p:cNvSpPr/>
          <p:nvPr>
            <p:custDataLst>
              <p:tags r:id="rId12"/>
            </p:custDataLst>
          </p:nvPr>
        </p:nvSpPr>
        <p:spPr>
          <a:xfrm>
            <a:off x="5084913" y="3229423"/>
            <a:ext cx="2030932" cy="2030932"/>
          </a:xfrm>
          <a:custGeom>
            <a:avLst/>
            <a:gdLst/>
            <a:ahLst/>
            <a:cxnLst/>
            <a:rect l="l" t="t" r="r" b="b"/>
            <a:pathLst>
              <a:path w="2002536" h="2002536">
                <a:moveTo>
                  <a:pt x="987552" y="0"/>
                </a:moveTo>
                <a:cubicBezTo>
                  <a:pt x="987552" y="0"/>
                  <a:pt x="996696" y="0"/>
                  <a:pt x="1005840" y="0"/>
                </a:cubicBezTo>
                <a:cubicBezTo>
                  <a:pt x="1005840" y="0"/>
                  <a:pt x="1014984" y="0"/>
                  <a:pt x="1024128" y="0"/>
                </a:cubicBezTo>
                <a:lnTo>
                  <a:pt x="1024128" y="27432"/>
                </a:lnTo>
                <a:cubicBezTo>
                  <a:pt x="1014984" y="27432"/>
                  <a:pt x="1005840" y="27432"/>
                  <a:pt x="1005840" y="27432"/>
                </a:cubicBezTo>
                <a:cubicBezTo>
                  <a:pt x="996696" y="27432"/>
                  <a:pt x="987552" y="27432"/>
                  <a:pt x="987552" y="27432"/>
                </a:cubicBezTo>
                <a:lnTo>
                  <a:pt x="987552" y="0"/>
                </a:lnTo>
                <a:moveTo>
                  <a:pt x="905256" y="9144"/>
                </a:moveTo>
                <a:cubicBezTo>
                  <a:pt x="914400" y="0"/>
                  <a:pt x="932688" y="0"/>
                  <a:pt x="941832" y="0"/>
                </a:cubicBezTo>
                <a:lnTo>
                  <a:pt x="941832" y="27432"/>
                </a:lnTo>
                <a:cubicBezTo>
                  <a:pt x="932688" y="27432"/>
                  <a:pt x="923544" y="27432"/>
                  <a:pt x="905256" y="27432"/>
                </a:cubicBezTo>
                <a:lnTo>
                  <a:pt x="905256" y="9144"/>
                </a:lnTo>
                <a:moveTo>
                  <a:pt x="1060704" y="0"/>
                </a:moveTo>
                <a:cubicBezTo>
                  <a:pt x="1078992" y="0"/>
                  <a:pt x="1088136" y="0"/>
                  <a:pt x="1097280" y="9144"/>
                </a:cubicBezTo>
                <a:lnTo>
                  <a:pt x="1097280" y="27432"/>
                </a:lnTo>
                <a:cubicBezTo>
                  <a:pt x="1088136" y="27432"/>
                  <a:pt x="1069848" y="27432"/>
                  <a:pt x="1060704" y="27432"/>
                </a:cubicBezTo>
                <a:lnTo>
                  <a:pt x="1060704" y="0"/>
                </a:lnTo>
                <a:moveTo>
                  <a:pt x="822960" y="18288"/>
                </a:moveTo>
                <a:cubicBezTo>
                  <a:pt x="841248" y="9144"/>
                  <a:pt x="850392" y="9144"/>
                  <a:pt x="868680" y="9144"/>
                </a:cubicBezTo>
                <a:lnTo>
                  <a:pt x="868680" y="36576"/>
                </a:lnTo>
                <a:cubicBezTo>
                  <a:pt x="859536" y="36576"/>
                  <a:pt x="841248" y="36576"/>
                  <a:pt x="832104" y="36576"/>
                </a:cubicBezTo>
                <a:lnTo>
                  <a:pt x="822960" y="18288"/>
                </a:lnTo>
                <a:moveTo>
                  <a:pt x="1143000" y="9144"/>
                </a:moveTo>
                <a:cubicBezTo>
                  <a:pt x="1152144" y="9144"/>
                  <a:pt x="1170432" y="9144"/>
                  <a:pt x="1179576" y="18288"/>
                </a:cubicBezTo>
                <a:lnTo>
                  <a:pt x="1179576" y="36576"/>
                </a:lnTo>
                <a:cubicBezTo>
                  <a:pt x="1161288" y="36576"/>
                  <a:pt x="1152144" y="36576"/>
                  <a:pt x="1133856" y="36576"/>
                </a:cubicBezTo>
                <a:lnTo>
                  <a:pt x="1143000" y="9144"/>
                </a:lnTo>
                <a:moveTo>
                  <a:pt x="749808" y="36576"/>
                </a:moveTo>
                <a:cubicBezTo>
                  <a:pt x="758952" y="27432"/>
                  <a:pt x="777240" y="27432"/>
                  <a:pt x="786384" y="27432"/>
                </a:cubicBezTo>
                <a:lnTo>
                  <a:pt x="795528" y="45720"/>
                </a:lnTo>
                <a:cubicBezTo>
                  <a:pt x="777240" y="54864"/>
                  <a:pt x="768096" y="54864"/>
                  <a:pt x="758952" y="54864"/>
                </a:cubicBezTo>
                <a:lnTo>
                  <a:pt x="749808" y="36576"/>
                </a:lnTo>
                <a:moveTo>
                  <a:pt x="1216152" y="27432"/>
                </a:moveTo>
                <a:cubicBezTo>
                  <a:pt x="1234440" y="27432"/>
                  <a:pt x="1243584" y="27432"/>
                  <a:pt x="1252728" y="36576"/>
                </a:cubicBezTo>
                <a:lnTo>
                  <a:pt x="1252728" y="54864"/>
                </a:lnTo>
                <a:cubicBezTo>
                  <a:pt x="1234440" y="54864"/>
                  <a:pt x="1225296" y="54864"/>
                  <a:pt x="1216152" y="45720"/>
                </a:cubicBezTo>
                <a:lnTo>
                  <a:pt x="1216152" y="27432"/>
                </a:lnTo>
                <a:moveTo>
                  <a:pt x="676656" y="54864"/>
                </a:moveTo>
                <a:cubicBezTo>
                  <a:pt x="685800" y="54864"/>
                  <a:pt x="694944" y="45720"/>
                  <a:pt x="713232" y="45720"/>
                </a:cubicBezTo>
                <a:lnTo>
                  <a:pt x="722376" y="64008"/>
                </a:lnTo>
                <a:cubicBezTo>
                  <a:pt x="704088" y="73152"/>
                  <a:pt x="694944" y="73152"/>
                  <a:pt x="685800" y="82296"/>
                </a:cubicBezTo>
                <a:lnTo>
                  <a:pt x="676656" y="54864"/>
                </a:lnTo>
                <a:moveTo>
                  <a:pt x="1298448" y="45720"/>
                </a:moveTo>
                <a:cubicBezTo>
                  <a:pt x="1307592" y="45720"/>
                  <a:pt x="1316736" y="54864"/>
                  <a:pt x="1335024" y="54864"/>
                </a:cubicBezTo>
                <a:lnTo>
                  <a:pt x="1325880" y="82296"/>
                </a:lnTo>
                <a:cubicBezTo>
                  <a:pt x="1307592" y="73152"/>
                  <a:pt x="1298448" y="73152"/>
                  <a:pt x="1289304" y="64008"/>
                </a:cubicBezTo>
                <a:lnTo>
                  <a:pt x="1298448" y="45720"/>
                </a:lnTo>
                <a:moveTo>
                  <a:pt x="603504" y="82296"/>
                </a:moveTo>
                <a:cubicBezTo>
                  <a:pt x="612648" y="82296"/>
                  <a:pt x="621792" y="73152"/>
                  <a:pt x="640080" y="73152"/>
                </a:cubicBezTo>
                <a:lnTo>
                  <a:pt x="649224" y="91440"/>
                </a:lnTo>
                <a:cubicBezTo>
                  <a:pt x="630936" y="100584"/>
                  <a:pt x="621792" y="100584"/>
                  <a:pt x="612648" y="109728"/>
                </a:cubicBezTo>
                <a:lnTo>
                  <a:pt x="603504" y="82296"/>
                </a:lnTo>
                <a:moveTo>
                  <a:pt x="1371600" y="73152"/>
                </a:moveTo>
                <a:cubicBezTo>
                  <a:pt x="1380744" y="73152"/>
                  <a:pt x="1389888" y="82296"/>
                  <a:pt x="1408176" y="82296"/>
                </a:cubicBezTo>
                <a:lnTo>
                  <a:pt x="1399032" y="109728"/>
                </a:lnTo>
                <a:cubicBezTo>
                  <a:pt x="1380744" y="100584"/>
                  <a:pt x="1371600" y="100584"/>
                  <a:pt x="1362456" y="91440"/>
                </a:cubicBezTo>
                <a:lnTo>
                  <a:pt x="1371600" y="73152"/>
                </a:lnTo>
                <a:moveTo>
                  <a:pt x="530352" y="118872"/>
                </a:moveTo>
                <a:cubicBezTo>
                  <a:pt x="539496" y="109728"/>
                  <a:pt x="557784" y="109728"/>
                  <a:pt x="566928" y="100584"/>
                </a:cubicBezTo>
                <a:lnTo>
                  <a:pt x="576072" y="118872"/>
                </a:lnTo>
                <a:cubicBezTo>
                  <a:pt x="566928" y="128016"/>
                  <a:pt x="557784" y="137160"/>
                  <a:pt x="539496" y="137160"/>
                </a:cubicBezTo>
                <a:lnTo>
                  <a:pt x="530352" y="118872"/>
                </a:lnTo>
                <a:moveTo>
                  <a:pt x="1444752" y="100584"/>
                </a:moveTo>
                <a:cubicBezTo>
                  <a:pt x="1453896" y="109728"/>
                  <a:pt x="1463040" y="109728"/>
                  <a:pt x="1472184" y="118872"/>
                </a:cubicBezTo>
                <a:lnTo>
                  <a:pt x="1463040" y="137160"/>
                </a:lnTo>
                <a:cubicBezTo>
                  <a:pt x="1453896" y="137160"/>
                  <a:pt x="1444752" y="128016"/>
                  <a:pt x="1426464" y="118872"/>
                </a:cubicBezTo>
                <a:lnTo>
                  <a:pt x="1444752" y="100584"/>
                </a:lnTo>
                <a:moveTo>
                  <a:pt x="466344" y="155448"/>
                </a:moveTo>
                <a:cubicBezTo>
                  <a:pt x="475488" y="155448"/>
                  <a:pt x="484632" y="146304"/>
                  <a:pt x="493776" y="137160"/>
                </a:cubicBezTo>
                <a:lnTo>
                  <a:pt x="512064" y="155448"/>
                </a:lnTo>
                <a:cubicBezTo>
                  <a:pt x="493776" y="164592"/>
                  <a:pt x="484632" y="173736"/>
                  <a:pt x="475488" y="182880"/>
                </a:cubicBezTo>
                <a:lnTo>
                  <a:pt x="466344" y="155448"/>
                </a:lnTo>
                <a:moveTo>
                  <a:pt x="1508760" y="137160"/>
                </a:moveTo>
                <a:cubicBezTo>
                  <a:pt x="1517904" y="146304"/>
                  <a:pt x="1536192" y="155448"/>
                  <a:pt x="1545336" y="155448"/>
                </a:cubicBezTo>
                <a:lnTo>
                  <a:pt x="1527048" y="182880"/>
                </a:lnTo>
                <a:cubicBezTo>
                  <a:pt x="1517904" y="173736"/>
                  <a:pt x="1508760" y="164592"/>
                  <a:pt x="1499616" y="155448"/>
                </a:cubicBezTo>
                <a:lnTo>
                  <a:pt x="1508760" y="137160"/>
                </a:lnTo>
                <a:moveTo>
                  <a:pt x="1572768" y="182880"/>
                </a:moveTo>
                <a:cubicBezTo>
                  <a:pt x="1591056" y="192024"/>
                  <a:pt x="1600200" y="192024"/>
                  <a:pt x="1609344" y="201168"/>
                </a:cubicBezTo>
                <a:lnTo>
                  <a:pt x="1591056" y="219456"/>
                </a:lnTo>
                <a:cubicBezTo>
                  <a:pt x="1581912" y="219456"/>
                  <a:pt x="1572768" y="210312"/>
                  <a:pt x="1563624" y="201168"/>
                </a:cubicBezTo>
                <a:lnTo>
                  <a:pt x="1572768" y="182880"/>
                </a:lnTo>
                <a:moveTo>
                  <a:pt x="393192" y="201168"/>
                </a:moveTo>
                <a:cubicBezTo>
                  <a:pt x="411480" y="192024"/>
                  <a:pt x="420624" y="192024"/>
                  <a:pt x="429768" y="182880"/>
                </a:cubicBezTo>
                <a:lnTo>
                  <a:pt x="448056" y="201168"/>
                </a:lnTo>
                <a:cubicBezTo>
                  <a:pt x="429768" y="210312"/>
                  <a:pt x="420624" y="219456"/>
                  <a:pt x="411480" y="219456"/>
                </a:cubicBezTo>
                <a:lnTo>
                  <a:pt x="393192" y="201168"/>
                </a:lnTo>
                <a:moveTo>
                  <a:pt x="1636776" y="228600"/>
                </a:moveTo>
                <a:cubicBezTo>
                  <a:pt x="1645920" y="237744"/>
                  <a:pt x="1664208" y="246888"/>
                  <a:pt x="1673352" y="256032"/>
                </a:cubicBezTo>
                <a:lnTo>
                  <a:pt x="1655064" y="274320"/>
                </a:lnTo>
                <a:cubicBezTo>
                  <a:pt x="1645920" y="265176"/>
                  <a:pt x="1636776" y="256032"/>
                  <a:pt x="1627632" y="246888"/>
                </a:cubicBezTo>
                <a:lnTo>
                  <a:pt x="1636776" y="228600"/>
                </a:lnTo>
                <a:moveTo>
                  <a:pt x="338328" y="256032"/>
                </a:moveTo>
                <a:cubicBezTo>
                  <a:pt x="347472" y="246888"/>
                  <a:pt x="356616" y="237744"/>
                  <a:pt x="365760" y="228600"/>
                </a:cubicBezTo>
                <a:lnTo>
                  <a:pt x="384048" y="246888"/>
                </a:lnTo>
                <a:cubicBezTo>
                  <a:pt x="374904" y="256032"/>
                  <a:pt x="365760" y="265176"/>
                  <a:pt x="356616" y="274320"/>
                </a:cubicBezTo>
                <a:lnTo>
                  <a:pt x="338328" y="256032"/>
                </a:lnTo>
                <a:moveTo>
                  <a:pt x="1700784" y="283464"/>
                </a:moveTo>
                <a:cubicBezTo>
                  <a:pt x="1709928" y="292608"/>
                  <a:pt x="1719072" y="301752"/>
                  <a:pt x="1728216" y="310896"/>
                </a:cubicBezTo>
                <a:lnTo>
                  <a:pt x="1709928" y="329184"/>
                </a:lnTo>
                <a:cubicBezTo>
                  <a:pt x="1700784" y="320040"/>
                  <a:pt x="1691640" y="310896"/>
                  <a:pt x="1682496" y="301752"/>
                </a:cubicBezTo>
                <a:lnTo>
                  <a:pt x="1700784" y="283464"/>
                </a:lnTo>
                <a:moveTo>
                  <a:pt x="283464" y="310896"/>
                </a:moveTo>
                <a:cubicBezTo>
                  <a:pt x="292608" y="301752"/>
                  <a:pt x="301752" y="292608"/>
                  <a:pt x="310896" y="283464"/>
                </a:cubicBezTo>
                <a:lnTo>
                  <a:pt x="329184" y="301752"/>
                </a:lnTo>
                <a:cubicBezTo>
                  <a:pt x="320040" y="310896"/>
                  <a:pt x="310896" y="320040"/>
                  <a:pt x="301752" y="329184"/>
                </a:cubicBezTo>
                <a:lnTo>
                  <a:pt x="283464" y="310896"/>
                </a:lnTo>
                <a:moveTo>
                  <a:pt x="1755648" y="338328"/>
                </a:moveTo>
                <a:cubicBezTo>
                  <a:pt x="1764792" y="347472"/>
                  <a:pt x="1773936" y="356616"/>
                  <a:pt x="1783080" y="365760"/>
                </a:cubicBezTo>
                <a:lnTo>
                  <a:pt x="1755648" y="384048"/>
                </a:lnTo>
                <a:cubicBezTo>
                  <a:pt x="1755648" y="374904"/>
                  <a:pt x="1746504" y="365760"/>
                  <a:pt x="1737360" y="356616"/>
                </a:cubicBezTo>
                <a:lnTo>
                  <a:pt x="1755648" y="338328"/>
                </a:lnTo>
                <a:moveTo>
                  <a:pt x="228600" y="365760"/>
                </a:moveTo>
                <a:cubicBezTo>
                  <a:pt x="237744" y="356616"/>
                  <a:pt x="246888" y="347472"/>
                  <a:pt x="256032" y="338328"/>
                </a:cubicBezTo>
                <a:lnTo>
                  <a:pt x="274320" y="356616"/>
                </a:lnTo>
                <a:cubicBezTo>
                  <a:pt x="265176" y="365760"/>
                  <a:pt x="256032" y="374904"/>
                  <a:pt x="246888" y="384048"/>
                </a:cubicBezTo>
                <a:lnTo>
                  <a:pt x="228600" y="365760"/>
                </a:lnTo>
                <a:moveTo>
                  <a:pt x="1801368" y="393192"/>
                </a:moveTo>
                <a:cubicBezTo>
                  <a:pt x="1810512" y="411480"/>
                  <a:pt x="1819656" y="420624"/>
                  <a:pt x="1828800" y="429768"/>
                </a:cubicBezTo>
                <a:lnTo>
                  <a:pt x="1801368" y="448056"/>
                </a:lnTo>
                <a:cubicBezTo>
                  <a:pt x="1801368" y="429768"/>
                  <a:pt x="1792224" y="420624"/>
                  <a:pt x="1783080" y="411480"/>
                </a:cubicBezTo>
                <a:lnTo>
                  <a:pt x="1801368" y="393192"/>
                </a:lnTo>
                <a:moveTo>
                  <a:pt x="182880" y="429768"/>
                </a:moveTo>
                <a:cubicBezTo>
                  <a:pt x="192024" y="420624"/>
                  <a:pt x="192024" y="411480"/>
                  <a:pt x="201168" y="393192"/>
                </a:cubicBezTo>
                <a:lnTo>
                  <a:pt x="219456" y="411480"/>
                </a:lnTo>
                <a:cubicBezTo>
                  <a:pt x="219456" y="420624"/>
                  <a:pt x="210312" y="429768"/>
                  <a:pt x="201168" y="448056"/>
                </a:cubicBezTo>
                <a:lnTo>
                  <a:pt x="182880" y="429768"/>
                </a:lnTo>
                <a:moveTo>
                  <a:pt x="1847088" y="466344"/>
                </a:moveTo>
                <a:cubicBezTo>
                  <a:pt x="1856232" y="475488"/>
                  <a:pt x="1865376" y="484632"/>
                  <a:pt x="1865376" y="493776"/>
                </a:cubicBezTo>
                <a:lnTo>
                  <a:pt x="1847088" y="512064"/>
                </a:lnTo>
                <a:cubicBezTo>
                  <a:pt x="1837944" y="493776"/>
                  <a:pt x="1837944" y="484632"/>
                  <a:pt x="1828800" y="475488"/>
                </a:cubicBezTo>
                <a:lnTo>
                  <a:pt x="1847088" y="466344"/>
                </a:lnTo>
                <a:moveTo>
                  <a:pt x="137160" y="493776"/>
                </a:moveTo>
                <a:cubicBezTo>
                  <a:pt x="146304" y="484632"/>
                  <a:pt x="155448" y="475488"/>
                  <a:pt x="155448" y="466344"/>
                </a:cubicBezTo>
                <a:lnTo>
                  <a:pt x="182880" y="475488"/>
                </a:lnTo>
                <a:cubicBezTo>
                  <a:pt x="173736" y="484632"/>
                  <a:pt x="164592" y="493776"/>
                  <a:pt x="155448" y="512064"/>
                </a:cubicBezTo>
                <a:lnTo>
                  <a:pt x="137160" y="493776"/>
                </a:lnTo>
                <a:moveTo>
                  <a:pt x="100584" y="566928"/>
                </a:moveTo>
                <a:cubicBezTo>
                  <a:pt x="109728" y="557784"/>
                  <a:pt x="109728" y="539496"/>
                  <a:pt x="118872" y="530352"/>
                </a:cubicBezTo>
                <a:lnTo>
                  <a:pt x="137160" y="539496"/>
                </a:lnTo>
                <a:cubicBezTo>
                  <a:pt x="137160" y="557784"/>
                  <a:pt x="128016" y="566928"/>
                  <a:pt x="118872" y="576072"/>
                </a:cubicBezTo>
                <a:lnTo>
                  <a:pt x="100584" y="566928"/>
                </a:lnTo>
                <a:moveTo>
                  <a:pt x="1892808" y="530352"/>
                </a:moveTo>
                <a:cubicBezTo>
                  <a:pt x="1892808" y="539496"/>
                  <a:pt x="1901952" y="557784"/>
                  <a:pt x="1901952" y="566928"/>
                </a:cubicBezTo>
                <a:lnTo>
                  <a:pt x="1883664" y="576072"/>
                </a:lnTo>
                <a:cubicBezTo>
                  <a:pt x="1874520" y="566928"/>
                  <a:pt x="1874520" y="557784"/>
                  <a:pt x="1865376" y="539496"/>
                </a:cubicBezTo>
                <a:lnTo>
                  <a:pt x="1892808" y="530352"/>
                </a:lnTo>
                <a:moveTo>
                  <a:pt x="73152" y="640080"/>
                </a:moveTo>
                <a:cubicBezTo>
                  <a:pt x="73152" y="621792"/>
                  <a:pt x="82296" y="612648"/>
                  <a:pt x="82296" y="603504"/>
                </a:cubicBezTo>
                <a:lnTo>
                  <a:pt x="109728" y="612648"/>
                </a:lnTo>
                <a:cubicBezTo>
                  <a:pt x="100584" y="621792"/>
                  <a:pt x="100584" y="630936"/>
                  <a:pt x="91440" y="649224"/>
                </a:cubicBezTo>
                <a:lnTo>
                  <a:pt x="73152" y="640080"/>
                </a:lnTo>
                <a:moveTo>
                  <a:pt x="1920240" y="603504"/>
                </a:moveTo>
                <a:cubicBezTo>
                  <a:pt x="1929384" y="612648"/>
                  <a:pt x="1929384" y="621792"/>
                  <a:pt x="1938528" y="640080"/>
                </a:cubicBezTo>
                <a:lnTo>
                  <a:pt x="1911096" y="649224"/>
                </a:lnTo>
                <a:cubicBezTo>
                  <a:pt x="1911096" y="630936"/>
                  <a:pt x="1901952" y="621792"/>
                  <a:pt x="1901952" y="612648"/>
                </a:cubicBezTo>
                <a:lnTo>
                  <a:pt x="1920240" y="603504"/>
                </a:lnTo>
                <a:moveTo>
                  <a:pt x="45720" y="713232"/>
                </a:moveTo>
                <a:cubicBezTo>
                  <a:pt x="45720" y="694944"/>
                  <a:pt x="54864" y="685800"/>
                  <a:pt x="54864" y="676656"/>
                </a:cubicBezTo>
                <a:lnTo>
                  <a:pt x="82296" y="685800"/>
                </a:lnTo>
                <a:cubicBezTo>
                  <a:pt x="73152" y="694944"/>
                  <a:pt x="73152" y="704088"/>
                  <a:pt x="64008" y="722376"/>
                </a:cubicBezTo>
                <a:lnTo>
                  <a:pt x="45720" y="713232"/>
                </a:lnTo>
                <a:moveTo>
                  <a:pt x="1947672" y="676656"/>
                </a:moveTo>
                <a:cubicBezTo>
                  <a:pt x="1956816" y="685800"/>
                  <a:pt x="1956816" y="694944"/>
                  <a:pt x="1965960" y="713232"/>
                </a:cubicBezTo>
                <a:lnTo>
                  <a:pt x="1938528" y="722376"/>
                </a:lnTo>
                <a:cubicBezTo>
                  <a:pt x="1938528" y="704088"/>
                  <a:pt x="1929384" y="694944"/>
                  <a:pt x="1929384" y="685800"/>
                </a:cubicBezTo>
                <a:lnTo>
                  <a:pt x="1947672" y="676656"/>
                </a:lnTo>
                <a:moveTo>
                  <a:pt x="27432" y="786384"/>
                </a:moveTo>
                <a:cubicBezTo>
                  <a:pt x="27432" y="777240"/>
                  <a:pt x="27432" y="758952"/>
                  <a:pt x="36576" y="749808"/>
                </a:cubicBezTo>
                <a:lnTo>
                  <a:pt x="54864" y="758952"/>
                </a:lnTo>
                <a:cubicBezTo>
                  <a:pt x="54864" y="768096"/>
                  <a:pt x="54864" y="777240"/>
                  <a:pt x="45720" y="795528"/>
                </a:cubicBezTo>
                <a:lnTo>
                  <a:pt x="27432" y="786384"/>
                </a:lnTo>
                <a:moveTo>
                  <a:pt x="1975104" y="749808"/>
                </a:moveTo>
                <a:cubicBezTo>
                  <a:pt x="1975104" y="758952"/>
                  <a:pt x="1984248" y="777240"/>
                  <a:pt x="1984248" y="786384"/>
                </a:cubicBezTo>
                <a:lnTo>
                  <a:pt x="1956816" y="795528"/>
                </a:lnTo>
                <a:cubicBezTo>
                  <a:pt x="1956816" y="777240"/>
                  <a:pt x="1956816" y="768096"/>
                  <a:pt x="1947672" y="758952"/>
                </a:cubicBezTo>
                <a:lnTo>
                  <a:pt x="1975104" y="749808"/>
                </a:lnTo>
                <a:moveTo>
                  <a:pt x="9144" y="868680"/>
                </a:moveTo>
                <a:cubicBezTo>
                  <a:pt x="9144" y="850392"/>
                  <a:pt x="9144" y="841248"/>
                  <a:pt x="18288" y="822960"/>
                </a:cubicBezTo>
                <a:lnTo>
                  <a:pt x="36576" y="832104"/>
                </a:lnTo>
                <a:cubicBezTo>
                  <a:pt x="36576" y="841248"/>
                  <a:pt x="36576" y="859536"/>
                  <a:pt x="36576" y="868680"/>
                </a:cubicBezTo>
                <a:lnTo>
                  <a:pt x="9144" y="868680"/>
                </a:lnTo>
                <a:moveTo>
                  <a:pt x="1993392" y="822960"/>
                </a:moveTo>
                <a:cubicBezTo>
                  <a:pt x="1993392" y="841248"/>
                  <a:pt x="1993392" y="850392"/>
                  <a:pt x="1993392" y="868680"/>
                </a:cubicBezTo>
                <a:lnTo>
                  <a:pt x="1975104" y="868680"/>
                </a:lnTo>
                <a:cubicBezTo>
                  <a:pt x="1965960" y="859536"/>
                  <a:pt x="1965960" y="841248"/>
                  <a:pt x="1965960" y="832104"/>
                </a:cubicBezTo>
                <a:lnTo>
                  <a:pt x="1993392" y="822960"/>
                </a:lnTo>
                <a:moveTo>
                  <a:pt x="0" y="941832"/>
                </a:moveTo>
                <a:cubicBezTo>
                  <a:pt x="0" y="932688"/>
                  <a:pt x="0" y="914400"/>
                  <a:pt x="9144" y="905256"/>
                </a:cubicBezTo>
                <a:lnTo>
                  <a:pt x="27432" y="905256"/>
                </a:lnTo>
                <a:cubicBezTo>
                  <a:pt x="27432" y="923544"/>
                  <a:pt x="27432" y="932688"/>
                  <a:pt x="27432" y="941832"/>
                </a:cubicBezTo>
                <a:lnTo>
                  <a:pt x="0" y="941832"/>
                </a:lnTo>
                <a:moveTo>
                  <a:pt x="2002536" y="905256"/>
                </a:moveTo>
                <a:cubicBezTo>
                  <a:pt x="2002536" y="914400"/>
                  <a:pt x="2002536" y="932688"/>
                  <a:pt x="2002536" y="941832"/>
                </a:cubicBezTo>
                <a:lnTo>
                  <a:pt x="1975104" y="941832"/>
                </a:lnTo>
                <a:cubicBezTo>
                  <a:pt x="1975104" y="932688"/>
                  <a:pt x="1975104" y="923544"/>
                  <a:pt x="1975104" y="905256"/>
                </a:cubicBezTo>
                <a:lnTo>
                  <a:pt x="2002536" y="905256"/>
                </a:lnTo>
                <a:moveTo>
                  <a:pt x="0" y="1005840"/>
                </a:moveTo>
                <a:cubicBezTo>
                  <a:pt x="0" y="996696"/>
                  <a:pt x="0" y="987552"/>
                  <a:pt x="0" y="987552"/>
                </a:cubicBezTo>
                <a:lnTo>
                  <a:pt x="27432" y="987552"/>
                </a:lnTo>
                <a:cubicBezTo>
                  <a:pt x="27432" y="987552"/>
                  <a:pt x="27432" y="996696"/>
                  <a:pt x="27432" y="1005840"/>
                </a:cubicBezTo>
                <a:cubicBezTo>
                  <a:pt x="27432" y="1005840"/>
                  <a:pt x="27432" y="1014984"/>
                  <a:pt x="27432" y="1024128"/>
                </a:cubicBezTo>
                <a:lnTo>
                  <a:pt x="0" y="1024128"/>
                </a:lnTo>
                <a:cubicBezTo>
                  <a:pt x="0" y="1014984"/>
                  <a:pt x="0" y="1005840"/>
                  <a:pt x="0" y="1005840"/>
                </a:cubicBezTo>
                <a:moveTo>
                  <a:pt x="2002536" y="987552"/>
                </a:moveTo>
                <a:cubicBezTo>
                  <a:pt x="2002536" y="987552"/>
                  <a:pt x="2002536" y="996696"/>
                  <a:pt x="2002536" y="1005840"/>
                </a:cubicBezTo>
                <a:cubicBezTo>
                  <a:pt x="2002536" y="1005840"/>
                  <a:pt x="2002536" y="1014984"/>
                  <a:pt x="2002536" y="1024128"/>
                </a:cubicBezTo>
                <a:lnTo>
                  <a:pt x="1984248" y="1024128"/>
                </a:lnTo>
                <a:cubicBezTo>
                  <a:pt x="1984248" y="1014984"/>
                  <a:pt x="1984248" y="1005840"/>
                  <a:pt x="1984248" y="1005840"/>
                </a:cubicBezTo>
                <a:cubicBezTo>
                  <a:pt x="1984248" y="996696"/>
                  <a:pt x="1984248" y="987552"/>
                  <a:pt x="1984248" y="987552"/>
                </a:cubicBezTo>
                <a:lnTo>
                  <a:pt x="2002536" y="987552"/>
                </a:lnTo>
                <a:moveTo>
                  <a:pt x="9144" y="1097280"/>
                </a:moveTo>
                <a:cubicBezTo>
                  <a:pt x="0" y="1088136"/>
                  <a:pt x="0" y="1078992"/>
                  <a:pt x="0" y="1060704"/>
                </a:cubicBezTo>
                <a:lnTo>
                  <a:pt x="27432" y="1060704"/>
                </a:lnTo>
                <a:cubicBezTo>
                  <a:pt x="27432" y="1069848"/>
                  <a:pt x="27432" y="1088136"/>
                  <a:pt x="27432" y="1097280"/>
                </a:cubicBezTo>
                <a:lnTo>
                  <a:pt x="9144" y="1097280"/>
                </a:lnTo>
                <a:moveTo>
                  <a:pt x="2002536" y="1060704"/>
                </a:moveTo>
                <a:cubicBezTo>
                  <a:pt x="2002536" y="1078992"/>
                  <a:pt x="2002536" y="1088136"/>
                  <a:pt x="2002536" y="1097280"/>
                </a:cubicBezTo>
                <a:lnTo>
                  <a:pt x="1975104" y="1097280"/>
                </a:lnTo>
                <a:cubicBezTo>
                  <a:pt x="1975104" y="1088136"/>
                  <a:pt x="1975104" y="1069848"/>
                  <a:pt x="1975104" y="1060704"/>
                </a:cubicBezTo>
                <a:lnTo>
                  <a:pt x="2002536" y="1060704"/>
                </a:lnTo>
                <a:moveTo>
                  <a:pt x="18288" y="1179576"/>
                </a:moveTo>
                <a:cubicBezTo>
                  <a:pt x="9144" y="1170432"/>
                  <a:pt x="9144" y="1152144"/>
                  <a:pt x="9144" y="1143000"/>
                </a:cubicBezTo>
                <a:lnTo>
                  <a:pt x="36576" y="1133856"/>
                </a:lnTo>
                <a:cubicBezTo>
                  <a:pt x="36576" y="1152144"/>
                  <a:pt x="36576" y="1161288"/>
                  <a:pt x="36576" y="1179576"/>
                </a:cubicBezTo>
                <a:lnTo>
                  <a:pt x="18288" y="1179576"/>
                </a:lnTo>
                <a:moveTo>
                  <a:pt x="1993392" y="1143000"/>
                </a:moveTo>
                <a:cubicBezTo>
                  <a:pt x="1993392" y="1152144"/>
                  <a:pt x="1993392" y="1170432"/>
                  <a:pt x="1993392" y="1179576"/>
                </a:cubicBezTo>
                <a:lnTo>
                  <a:pt x="1965960" y="1179576"/>
                </a:lnTo>
                <a:cubicBezTo>
                  <a:pt x="1965960" y="1161288"/>
                  <a:pt x="1965960" y="1152144"/>
                  <a:pt x="1975104" y="1133856"/>
                </a:cubicBezTo>
                <a:lnTo>
                  <a:pt x="1993392" y="1143000"/>
                </a:lnTo>
                <a:moveTo>
                  <a:pt x="36576" y="1252728"/>
                </a:moveTo>
                <a:cubicBezTo>
                  <a:pt x="27432" y="1243584"/>
                  <a:pt x="27432" y="1234440"/>
                  <a:pt x="27432" y="1216152"/>
                </a:cubicBezTo>
                <a:lnTo>
                  <a:pt x="45720" y="1216152"/>
                </a:lnTo>
                <a:cubicBezTo>
                  <a:pt x="54864" y="1225296"/>
                  <a:pt x="54864" y="1234440"/>
                  <a:pt x="54864" y="1252728"/>
                </a:cubicBezTo>
                <a:lnTo>
                  <a:pt x="36576" y="1252728"/>
                </a:lnTo>
                <a:moveTo>
                  <a:pt x="1984248" y="1216152"/>
                </a:moveTo>
                <a:cubicBezTo>
                  <a:pt x="1984248" y="1234440"/>
                  <a:pt x="1975104" y="1243584"/>
                  <a:pt x="1975104" y="1252728"/>
                </a:cubicBezTo>
                <a:lnTo>
                  <a:pt x="1947672" y="1252728"/>
                </a:lnTo>
                <a:cubicBezTo>
                  <a:pt x="1956816" y="1234440"/>
                  <a:pt x="1956816" y="1225296"/>
                  <a:pt x="1956816" y="1216152"/>
                </a:cubicBezTo>
                <a:lnTo>
                  <a:pt x="1984248" y="1216152"/>
                </a:lnTo>
                <a:moveTo>
                  <a:pt x="54864" y="1335024"/>
                </a:moveTo>
                <a:cubicBezTo>
                  <a:pt x="54864" y="1316736"/>
                  <a:pt x="45720" y="1307592"/>
                  <a:pt x="45720" y="1298448"/>
                </a:cubicBezTo>
                <a:lnTo>
                  <a:pt x="64008" y="1289304"/>
                </a:lnTo>
                <a:cubicBezTo>
                  <a:pt x="73152" y="1298448"/>
                  <a:pt x="73152" y="1307592"/>
                  <a:pt x="82296" y="1325880"/>
                </a:cubicBezTo>
                <a:lnTo>
                  <a:pt x="54864" y="1335024"/>
                </a:lnTo>
                <a:moveTo>
                  <a:pt x="1965960" y="1298448"/>
                </a:moveTo>
                <a:cubicBezTo>
                  <a:pt x="1956816" y="1307592"/>
                  <a:pt x="1956816" y="1316736"/>
                  <a:pt x="1947672" y="1335024"/>
                </a:cubicBezTo>
                <a:lnTo>
                  <a:pt x="1929384" y="1325880"/>
                </a:lnTo>
                <a:cubicBezTo>
                  <a:pt x="1929384" y="1307592"/>
                  <a:pt x="1938528" y="1298448"/>
                  <a:pt x="1938528" y="1289304"/>
                </a:cubicBezTo>
                <a:lnTo>
                  <a:pt x="1965960" y="1298448"/>
                </a:lnTo>
                <a:moveTo>
                  <a:pt x="82296" y="1408176"/>
                </a:moveTo>
                <a:cubicBezTo>
                  <a:pt x="82296" y="1389888"/>
                  <a:pt x="73152" y="1380744"/>
                  <a:pt x="73152" y="1371600"/>
                </a:cubicBezTo>
                <a:lnTo>
                  <a:pt x="91440" y="1362456"/>
                </a:lnTo>
                <a:cubicBezTo>
                  <a:pt x="100584" y="1371600"/>
                  <a:pt x="100584" y="1380744"/>
                  <a:pt x="109728" y="1399032"/>
                </a:cubicBezTo>
                <a:lnTo>
                  <a:pt x="82296" y="1408176"/>
                </a:lnTo>
                <a:moveTo>
                  <a:pt x="1938528" y="1371600"/>
                </a:moveTo>
                <a:cubicBezTo>
                  <a:pt x="1929384" y="1380744"/>
                  <a:pt x="1929384" y="1389888"/>
                  <a:pt x="1920240" y="1408176"/>
                </a:cubicBezTo>
                <a:lnTo>
                  <a:pt x="1901952" y="1399032"/>
                </a:lnTo>
                <a:cubicBezTo>
                  <a:pt x="1901952" y="1380744"/>
                  <a:pt x="1911096" y="1371600"/>
                  <a:pt x="1911096" y="1362456"/>
                </a:cubicBezTo>
                <a:lnTo>
                  <a:pt x="1938528" y="1371600"/>
                </a:lnTo>
                <a:moveTo>
                  <a:pt x="118872" y="1472184"/>
                </a:moveTo>
                <a:cubicBezTo>
                  <a:pt x="109728" y="1463040"/>
                  <a:pt x="109728" y="1453896"/>
                  <a:pt x="100584" y="1444752"/>
                </a:cubicBezTo>
                <a:lnTo>
                  <a:pt x="118872" y="1426464"/>
                </a:lnTo>
                <a:cubicBezTo>
                  <a:pt x="128016" y="1444752"/>
                  <a:pt x="137160" y="1453896"/>
                  <a:pt x="137160" y="1463040"/>
                </a:cubicBezTo>
                <a:lnTo>
                  <a:pt x="118872" y="1472184"/>
                </a:lnTo>
                <a:moveTo>
                  <a:pt x="1901952" y="1444752"/>
                </a:moveTo>
                <a:cubicBezTo>
                  <a:pt x="1901952" y="1453896"/>
                  <a:pt x="1892808" y="1463040"/>
                  <a:pt x="1892808" y="1472184"/>
                </a:cubicBezTo>
                <a:lnTo>
                  <a:pt x="1865376" y="1463040"/>
                </a:lnTo>
                <a:cubicBezTo>
                  <a:pt x="1874520" y="1453896"/>
                  <a:pt x="1874520" y="1444752"/>
                  <a:pt x="1883664" y="1426464"/>
                </a:cubicBezTo>
                <a:lnTo>
                  <a:pt x="1901952" y="1444752"/>
                </a:lnTo>
                <a:moveTo>
                  <a:pt x="155448" y="1545336"/>
                </a:moveTo>
                <a:cubicBezTo>
                  <a:pt x="155448" y="1536192"/>
                  <a:pt x="146304" y="1517904"/>
                  <a:pt x="137160" y="1508760"/>
                </a:cubicBezTo>
                <a:lnTo>
                  <a:pt x="155448" y="1499616"/>
                </a:lnTo>
                <a:cubicBezTo>
                  <a:pt x="164592" y="1508760"/>
                  <a:pt x="173736" y="1517904"/>
                  <a:pt x="182880" y="1527048"/>
                </a:cubicBezTo>
                <a:lnTo>
                  <a:pt x="155448" y="1545336"/>
                </a:lnTo>
                <a:moveTo>
                  <a:pt x="1865376" y="1508760"/>
                </a:moveTo>
                <a:cubicBezTo>
                  <a:pt x="1865376" y="1517904"/>
                  <a:pt x="1856232" y="1536192"/>
                  <a:pt x="1847088" y="1545336"/>
                </a:cubicBezTo>
                <a:lnTo>
                  <a:pt x="1828800" y="1527048"/>
                </a:lnTo>
                <a:cubicBezTo>
                  <a:pt x="1837944" y="1517904"/>
                  <a:pt x="1837944" y="1508760"/>
                  <a:pt x="1847088" y="1499616"/>
                </a:cubicBezTo>
                <a:lnTo>
                  <a:pt x="1865376" y="1508760"/>
                </a:lnTo>
                <a:moveTo>
                  <a:pt x="201168" y="1609344"/>
                </a:moveTo>
                <a:cubicBezTo>
                  <a:pt x="192024" y="1600200"/>
                  <a:pt x="192024" y="1591056"/>
                  <a:pt x="182880" y="1572768"/>
                </a:cubicBezTo>
                <a:lnTo>
                  <a:pt x="201168" y="1563624"/>
                </a:lnTo>
                <a:cubicBezTo>
                  <a:pt x="210312" y="1572768"/>
                  <a:pt x="219456" y="1581912"/>
                  <a:pt x="219456" y="1591056"/>
                </a:cubicBezTo>
                <a:lnTo>
                  <a:pt x="201168" y="1609344"/>
                </a:lnTo>
                <a:moveTo>
                  <a:pt x="1828800" y="1572768"/>
                </a:moveTo>
                <a:cubicBezTo>
                  <a:pt x="1819656" y="1591056"/>
                  <a:pt x="1810512" y="1600200"/>
                  <a:pt x="1801368" y="1609344"/>
                </a:cubicBezTo>
                <a:lnTo>
                  <a:pt x="1783080" y="1591056"/>
                </a:lnTo>
                <a:cubicBezTo>
                  <a:pt x="1792224" y="1581912"/>
                  <a:pt x="1801368" y="1572768"/>
                  <a:pt x="1801368" y="1563624"/>
                </a:cubicBezTo>
                <a:lnTo>
                  <a:pt x="1828800" y="1572768"/>
                </a:lnTo>
                <a:moveTo>
                  <a:pt x="1783080" y="1636776"/>
                </a:moveTo>
                <a:cubicBezTo>
                  <a:pt x="1773936" y="1645920"/>
                  <a:pt x="1764792" y="1664208"/>
                  <a:pt x="1755648" y="1673352"/>
                </a:cubicBezTo>
                <a:lnTo>
                  <a:pt x="1737360" y="1655064"/>
                </a:lnTo>
                <a:cubicBezTo>
                  <a:pt x="1746504" y="1645920"/>
                  <a:pt x="1755648" y="1636776"/>
                  <a:pt x="1755648" y="1627632"/>
                </a:cubicBezTo>
                <a:lnTo>
                  <a:pt x="1783080" y="1636776"/>
                </a:lnTo>
                <a:moveTo>
                  <a:pt x="256032" y="1673352"/>
                </a:moveTo>
                <a:cubicBezTo>
                  <a:pt x="246888" y="1664208"/>
                  <a:pt x="237744" y="1645920"/>
                  <a:pt x="228600" y="1636776"/>
                </a:cubicBezTo>
                <a:lnTo>
                  <a:pt x="246888" y="1627632"/>
                </a:lnTo>
                <a:cubicBezTo>
                  <a:pt x="256032" y="1636776"/>
                  <a:pt x="265176" y="1645920"/>
                  <a:pt x="274320" y="1655064"/>
                </a:cubicBezTo>
                <a:lnTo>
                  <a:pt x="256032" y="1673352"/>
                </a:lnTo>
                <a:moveTo>
                  <a:pt x="1728216" y="1700784"/>
                </a:moveTo>
                <a:cubicBezTo>
                  <a:pt x="1719072" y="1709928"/>
                  <a:pt x="1709928" y="1719072"/>
                  <a:pt x="1700784" y="1728216"/>
                </a:cubicBezTo>
                <a:lnTo>
                  <a:pt x="1682496" y="1709928"/>
                </a:lnTo>
                <a:cubicBezTo>
                  <a:pt x="1691640" y="1700784"/>
                  <a:pt x="1700784" y="1691640"/>
                  <a:pt x="1709928" y="1682496"/>
                </a:cubicBezTo>
                <a:lnTo>
                  <a:pt x="1728216" y="1700784"/>
                </a:lnTo>
                <a:moveTo>
                  <a:pt x="310896" y="1728216"/>
                </a:moveTo>
                <a:cubicBezTo>
                  <a:pt x="301752" y="1719072"/>
                  <a:pt x="292608" y="1709928"/>
                  <a:pt x="283464" y="1700784"/>
                </a:cubicBezTo>
                <a:lnTo>
                  <a:pt x="301752" y="1682496"/>
                </a:lnTo>
                <a:cubicBezTo>
                  <a:pt x="310896" y="1691640"/>
                  <a:pt x="320040" y="1700784"/>
                  <a:pt x="329184" y="1709928"/>
                </a:cubicBezTo>
                <a:lnTo>
                  <a:pt x="310896" y="1728216"/>
                </a:lnTo>
                <a:moveTo>
                  <a:pt x="365760" y="1783080"/>
                </a:moveTo>
                <a:cubicBezTo>
                  <a:pt x="356616" y="1773936"/>
                  <a:pt x="347472" y="1764792"/>
                  <a:pt x="338328" y="1755648"/>
                </a:cubicBezTo>
                <a:lnTo>
                  <a:pt x="356616" y="1737360"/>
                </a:lnTo>
                <a:cubicBezTo>
                  <a:pt x="365760" y="1746504"/>
                  <a:pt x="374904" y="1755648"/>
                  <a:pt x="384048" y="1755648"/>
                </a:cubicBezTo>
                <a:lnTo>
                  <a:pt x="365760" y="1783080"/>
                </a:lnTo>
                <a:moveTo>
                  <a:pt x="1673352" y="1755648"/>
                </a:moveTo>
                <a:cubicBezTo>
                  <a:pt x="1664208" y="1764792"/>
                  <a:pt x="1645920" y="1773936"/>
                  <a:pt x="1636776" y="1783080"/>
                </a:cubicBezTo>
                <a:lnTo>
                  <a:pt x="1627632" y="1755648"/>
                </a:lnTo>
                <a:cubicBezTo>
                  <a:pt x="1636776" y="1755648"/>
                  <a:pt x="1645920" y="1746504"/>
                  <a:pt x="1655064" y="1737360"/>
                </a:cubicBezTo>
                <a:lnTo>
                  <a:pt x="1673352" y="1755648"/>
                </a:lnTo>
                <a:moveTo>
                  <a:pt x="429768" y="1828800"/>
                </a:moveTo>
                <a:cubicBezTo>
                  <a:pt x="420624" y="1819656"/>
                  <a:pt x="411480" y="1810512"/>
                  <a:pt x="393192" y="1801368"/>
                </a:cubicBezTo>
                <a:lnTo>
                  <a:pt x="411480" y="1783080"/>
                </a:lnTo>
                <a:cubicBezTo>
                  <a:pt x="420624" y="1792224"/>
                  <a:pt x="429768" y="1801368"/>
                  <a:pt x="448056" y="1801368"/>
                </a:cubicBezTo>
                <a:lnTo>
                  <a:pt x="429768" y="1828800"/>
                </a:lnTo>
                <a:moveTo>
                  <a:pt x="1609344" y="1801368"/>
                </a:moveTo>
                <a:cubicBezTo>
                  <a:pt x="1600200" y="1810512"/>
                  <a:pt x="1591056" y="1819656"/>
                  <a:pt x="1572768" y="1828800"/>
                </a:cubicBezTo>
                <a:lnTo>
                  <a:pt x="1563624" y="1801368"/>
                </a:lnTo>
                <a:cubicBezTo>
                  <a:pt x="1572768" y="1801368"/>
                  <a:pt x="1581912" y="1792224"/>
                  <a:pt x="1591056" y="1783080"/>
                </a:cubicBezTo>
                <a:lnTo>
                  <a:pt x="1609344" y="1801368"/>
                </a:lnTo>
                <a:moveTo>
                  <a:pt x="493776" y="1865376"/>
                </a:moveTo>
                <a:cubicBezTo>
                  <a:pt x="484632" y="1865376"/>
                  <a:pt x="475488" y="1856232"/>
                  <a:pt x="466344" y="1847088"/>
                </a:cubicBezTo>
                <a:lnTo>
                  <a:pt x="475488" y="1828800"/>
                </a:lnTo>
                <a:cubicBezTo>
                  <a:pt x="484632" y="1837944"/>
                  <a:pt x="493776" y="1837944"/>
                  <a:pt x="512064" y="1847088"/>
                </a:cubicBezTo>
                <a:lnTo>
                  <a:pt x="493776" y="1865376"/>
                </a:lnTo>
                <a:moveTo>
                  <a:pt x="1545336" y="1847088"/>
                </a:moveTo>
                <a:cubicBezTo>
                  <a:pt x="1536192" y="1856232"/>
                  <a:pt x="1517904" y="1865376"/>
                  <a:pt x="1508760" y="1865376"/>
                </a:cubicBezTo>
                <a:lnTo>
                  <a:pt x="1499616" y="1847088"/>
                </a:lnTo>
                <a:cubicBezTo>
                  <a:pt x="1508760" y="1837944"/>
                  <a:pt x="1517904" y="1837944"/>
                  <a:pt x="1527048" y="1828800"/>
                </a:cubicBezTo>
                <a:lnTo>
                  <a:pt x="1545336" y="1847088"/>
                </a:lnTo>
                <a:moveTo>
                  <a:pt x="566928" y="1901952"/>
                </a:moveTo>
                <a:cubicBezTo>
                  <a:pt x="557784" y="1901952"/>
                  <a:pt x="539496" y="1892808"/>
                  <a:pt x="530352" y="1892808"/>
                </a:cubicBezTo>
                <a:lnTo>
                  <a:pt x="539496" y="1865376"/>
                </a:lnTo>
                <a:cubicBezTo>
                  <a:pt x="557784" y="1874520"/>
                  <a:pt x="566928" y="1874520"/>
                  <a:pt x="576072" y="1883664"/>
                </a:cubicBezTo>
                <a:lnTo>
                  <a:pt x="566928" y="1901952"/>
                </a:lnTo>
                <a:moveTo>
                  <a:pt x="1472184" y="1892808"/>
                </a:moveTo>
                <a:cubicBezTo>
                  <a:pt x="1463040" y="1892808"/>
                  <a:pt x="1453896" y="1901952"/>
                  <a:pt x="1444752" y="1901952"/>
                </a:cubicBezTo>
                <a:lnTo>
                  <a:pt x="1426464" y="1883664"/>
                </a:lnTo>
                <a:cubicBezTo>
                  <a:pt x="1444752" y="1874520"/>
                  <a:pt x="1453896" y="1874520"/>
                  <a:pt x="1463040" y="1865376"/>
                </a:cubicBezTo>
                <a:lnTo>
                  <a:pt x="1472184" y="1892808"/>
                </a:lnTo>
                <a:moveTo>
                  <a:pt x="640080" y="1938528"/>
                </a:moveTo>
                <a:cubicBezTo>
                  <a:pt x="621792" y="1929384"/>
                  <a:pt x="612648" y="1929384"/>
                  <a:pt x="603504" y="1920240"/>
                </a:cubicBezTo>
                <a:lnTo>
                  <a:pt x="612648" y="1901952"/>
                </a:lnTo>
                <a:cubicBezTo>
                  <a:pt x="621792" y="1901952"/>
                  <a:pt x="630936" y="1911096"/>
                  <a:pt x="649224" y="1911096"/>
                </a:cubicBezTo>
                <a:lnTo>
                  <a:pt x="640080" y="1938528"/>
                </a:lnTo>
                <a:moveTo>
                  <a:pt x="1408176" y="1920240"/>
                </a:moveTo>
                <a:cubicBezTo>
                  <a:pt x="1389888" y="1929384"/>
                  <a:pt x="1380744" y="1929384"/>
                  <a:pt x="1371600" y="1938528"/>
                </a:cubicBezTo>
                <a:lnTo>
                  <a:pt x="1362456" y="1911096"/>
                </a:lnTo>
                <a:cubicBezTo>
                  <a:pt x="1371600" y="1911096"/>
                  <a:pt x="1380744" y="1901952"/>
                  <a:pt x="1399032" y="1901952"/>
                </a:cubicBezTo>
                <a:lnTo>
                  <a:pt x="1408176" y="1920240"/>
                </a:lnTo>
                <a:moveTo>
                  <a:pt x="713232" y="1965960"/>
                </a:moveTo>
                <a:cubicBezTo>
                  <a:pt x="694944" y="1956816"/>
                  <a:pt x="685800" y="1956816"/>
                  <a:pt x="676656" y="1947672"/>
                </a:cubicBezTo>
                <a:lnTo>
                  <a:pt x="685800" y="1929384"/>
                </a:lnTo>
                <a:cubicBezTo>
                  <a:pt x="694944" y="1929384"/>
                  <a:pt x="704088" y="1938528"/>
                  <a:pt x="722376" y="1938528"/>
                </a:cubicBezTo>
                <a:lnTo>
                  <a:pt x="713232" y="1965960"/>
                </a:lnTo>
                <a:moveTo>
                  <a:pt x="1335024" y="1947672"/>
                </a:moveTo>
                <a:cubicBezTo>
                  <a:pt x="1316736" y="1956816"/>
                  <a:pt x="1307592" y="1956816"/>
                  <a:pt x="1298448" y="1965960"/>
                </a:cubicBezTo>
                <a:lnTo>
                  <a:pt x="1289304" y="1938528"/>
                </a:lnTo>
                <a:cubicBezTo>
                  <a:pt x="1298448" y="1938528"/>
                  <a:pt x="1307592" y="1929384"/>
                  <a:pt x="1325880" y="1929384"/>
                </a:cubicBezTo>
                <a:lnTo>
                  <a:pt x="1335024" y="1947672"/>
                </a:lnTo>
                <a:moveTo>
                  <a:pt x="786384" y="1984248"/>
                </a:moveTo>
                <a:cubicBezTo>
                  <a:pt x="777240" y="1984248"/>
                  <a:pt x="758952" y="1975104"/>
                  <a:pt x="749808" y="1975104"/>
                </a:cubicBezTo>
                <a:lnTo>
                  <a:pt x="758952" y="1947672"/>
                </a:lnTo>
                <a:cubicBezTo>
                  <a:pt x="768096" y="1956816"/>
                  <a:pt x="777240" y="1956816"/>
                  <a:pt x="795528" y="1956816"/>
                </a:cubicBezTo>
                <a:lnTo>
                  <a:pt x="786384" y="1984248"/>
                </a:lnTo>
                <a:moveTo>
                  <a:pt x="1252728" y="1975104"/>
                </a:moveTo>
                <a:cubicBezTo>
                  <a:pt x="1243584" y="1975104"/>
                  <a:pt x="1234440" y="1984248"/>
                  <a:pt x="1216152" y="1984248"/>
                </a:cubicBezTo>
                <a:lnTo>
                  <a:pt x="1216152" y="1956816"/>
                </a:lnTo>
                <a:cubicBezTo>
                  <a:pt x="1225296" y="1956816"/>
                  <a:pt x="1234440" y="1956816"/>
                  <a:pt x="1252728" y="1947672"/>
                </a:cubicBezTo>
                <a:lnTo>
                  <a:pt x="1252728" y="1975104"/>
                </a:lnTo>
                <a:moveTo>
                  <a:pt x="868680" y="1993392"/>
                </a:moveTo>
                <a:cubicBezTo>
                  <a:pt x="850392" y="1993392"/>
                  <a:pt x="841248" y="1993392"/>
                  <a:pt x="822960" y="1993392"/>
                </a:cubicBezTo>
                <a:lnTo>
                  <a:pt x="832104" y="1965960"/>
                </a:lnTo>
                <a:cubicBezTo>
                  <a:pt x="841248" y="1965960"/>
                  <a:pt x="859536" y="1965960"/>
                  <a:pt x="868680" y="1975104"/>
                </a:cubicBezTo>
                <a:lnTo>
                  <a:pt x="868680" y="1993392"/>
                </a:lnTo>
                <a:moveTo>
                  <a:pt x="1179576" y="1993392"/>
                </a:moveTo>
                <a:cubicBezTo>
                  <a:pt x="1170432" y="1993392"/>
                  <a:pt x="1152144" y="1993392"/>
                  <a:pt x="1143000" y="1993392"/>
                </a:cubicBezTo>
                <a:lnTo>
                  <a:pt x="1133856" y="1975104"/>
                </a:lnTo>
                <a:cubicBezTo>
                  <a:pt x="1152144" y="1965960"/>
                  <a:pt x="1161288" y="1965960"/>
                  <a:pt x="1179576" y="1965960"/>
                </a:cubicBezTo>
                <a:lnTo>
                  <a:pt x="1179576" y="1993392"/>
                </a:lnTo>
                <a:moveTo>
                  <a:pt x="941832" y="2002536"/>
                </a:moveTo>
                <a:cubicBezTo>
                  <a:pt x="932688" y="2002536"/>
                  <a:pt x="914400" y="2002536"/>
                  <a:pt x="905256" y="2002536"/>
                </a:cubicBezTo>
                <a:lnTo>
                  <a:pt x="905256" y="1975104"/>
                </a:lnTo>
                <a:cubicBezTo>
                  <a:pt x="923544" y="1975104"/>
                  <a:pt x="932688" y="1975104"/>
                  <a:pt x="941832" y="1975104"/>
                </a:cubicBezTo>
                <a:lnTo>
                  <a:pt x="941832" y="2002536"/>
                </a:lnTo>
                <a:moveTo>
                  <a:pt x="1097280" y="2002536"/>
                </a:moveTo>
                <a:cubicBezTo>
                  <a:pt x="1088136" y="2002536"/>
                  <a:pt x="1078992" y="2002536"/>
                  <a:pt x="1060704" y="2002536"/>
                </a:cubicBezTo>
                <a:lnTo>
                  <a:pt x="1060704" y="1975104"/>
                </a:lnTo>
                <a:cubicBezTo>
                  <a:pt x="1069848" y="1975104"/>
                  <a:pt x="1088136" y="1975104"/>
                  <a:pt x="1097280" y="1975104"/>
                </a:cubicBezTo>
                <a:lnTo>
                  <a:pt x="1097280" y="2002536"/>
                </a:lnTo>
                <a:moveTo>
                  <a:pt x="1005840" y="2002536"/>
                </a:moveTo>
                <a:cubicBezTo>
                  <a:pt x="996696" y="2002536"/>
                  <a:pt x="987552" y="2002536"/>
                  <a:pt x="987552" y="2002536"/>
                </a:cubicBezTo>
                <a:lnTo>
                  <a:pt x="987552" y="1984248"/>
                </a:lnTo>
                <a:cubicBezTo>
                  <a:pt x="987552" y="1984248"/>
                  <a:pt x="996696" y="1984248"/>
                  <a:pt x="1005840" y="1984248"/>
                </a:cubicBezTo>
                <a:cubicBezTo>
                  <a:pt x="1005840" y="1984248"/>
                  <a:pt x="1014984" y="1984248"/>
                  <a:pt x="1024128" y="1984248"/>
                </a:cubicBezTo>
                <a:lnTo>
                  <a:pt x="1024128" y="2002536"/>
                </a:lnTo>
                <a:cubicBezTo>
                  <a:pt x="1014984" y="2002536"/>
                  <a:pt x="1005840" y="2002536"/>
                  <a:pt x="1005840" y="2002536"/>
                </a:cubicBezTo>
              </a:path>
            </a:pathLst>
          </a:custGeom>
          <a:solidFill>
            <a:schemeClr val="accent1"/>
          </a:solidFill>
        </p:spPr>
        <p:txBody>
          <a:bodyPr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矩形 2"/>
          <p:cNvSpPr/>
          <p:nvPr>
            <p:custDataLst>
              <p:tags r:id="rId13"/>
            </p:custDataLst>
          </p:nvPr>
        </p:nvSpPr>
        <p:spPr>
          <a:xfrm>
            <a:off x="8479459" y="2820481"/>
            <a:ext cx="2765914" cy="9861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6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Interactive Web Intelligence Dashboard: Deploy an interactive Streamlit/Power BI dashboard enabling farmers and agricultural officers to simulate seasonal scenarios and test irrigation impacts.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16" name="矩形 4"/>
          <p:cNvSpPr/>
          <p:nvPr>
            <p:custDataLst>
              <p:tags r:id="rId14"/>
            </p:custDataLst>
          </p:nvPr>
        </p:nvSpPr>
        <p:spPr>
          <a:xfrm>
            <a:off x="8483967" y="2256977"/>
            <a:ext cx="2760999" cy="4265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/>
                </a:solidFill>
                <a:latin typeface="+mn-lt"/>
              </a:rPr>
              <a:t>01</a:t>
            </a:r>
            <a:endParaRPr lang="en-US" b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7" name="矩形 5"/>
          <p:cNvSpPr/>
          <p:nvPr>
            <p:custDataLst>
              <p:tags r:id="rId15"/>
            </p:custDataLst>
          </p:nvPr>
        </p:nvSpPr>
        <p:spPr>
          <a:xfrm>
            <a:off x="8479459" y="4508416"/>
            <a:ext cx="2765914" cy="9861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6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IoT Telemetry &amp; Smart Irrigation: Integrate real-time IoT soil-moisture and ambient temperature sensors to trigger automated drip irrigation, cutting summer water consumption by up to 35%.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18" name="矩形 6"/>
          <p:cNvSpPr/>
          <p:nvPr>
            <p:custDataLst>
              <p:tags r:id="rId16"/>
            </p:custDataLst>
          </p:nvPr>
        </p:nvSpPr>
        <p:spPr>
          <a:xfrm>
            <a:off x="8483967" y="3944912"/>
            <a:ext cx="2760999" cy="4265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2"/>
                </a:solidFill>
                <a:latin typeface="+mn-lt"/>
              </a:rPr>
              <a:t>02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19" name="矩形 7"/>
          <p:cNvSpPr/>
          <p:nvPr>
            <p:custDataLst>
              <p:tags r:id="rId17"/>
            </p:custDataLst>
          </p:nvPr>
        </p:nvSpPr>
        <p:spPr>
          <a:xfrm>
            <a:off x="910478" y="3173395"/>
            <a:ext cx="2765914" cy="9861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7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Precision Advisory Platform: Deliver automated localized advisories to farmers via SMS/WhatsApp with weather warnings and optimal crop planting calendars.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20" name="矩形 9"/>
          <p:cNvSpPr/>
          <p:nvPr>
            <p:custDataLst>
              <p:tags r:id="rId18"/>
            </p:custDataLst>
          </p:nvPr>
        </p:nvSpPr>
        <p:spPr>
          <a:xfrm>
            <a:off x="915630" y="2609891"/>
            <a:ext cx="2760999" cy="4265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2"/>
                </a:solidFill>
                <a:latin typeface="+mn-lt"/>
              </a:rPr>
              <a:t>04</a:t>
            </a:r>
            <a:endParaRPr lang="en-US" b="1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21" name="矩形 10"/>
          <p:cNvSpPr/>
          <p:nvPr>
            <p:custDataLst>
              <p:tags r:id="rId19"/>
            </p:custDataLst>
          </p:nvPr>
        </p:nvSpPr>
        <p:spPr>
          <a:xfrm>
            <a:off x="905970" y="5261901"/>
            <a:ext cx="2765914" cy="9861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70000"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• Satellite Remote Sensing (NDVI): Incorporate multi-spectral satellite imagery to assess crop health, vegetative indices, and drought stress across large agricultural districts.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22" name="矩形 11"/>
          <p:cNvSpPr/>
          <p:nvPr>
            <p:custDataLst>
              <p:tags r:id="rId20"/>
            </p:custDataLst>
          </p:nvPr>
        </p:nvSpPr>
        <p:spPr>
          <a:xfrm>
            <a:off x="910478" y="4699041"/>
            <a:ext cx="2760999" cy="4265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/>
                </a:solidFill>
                <a:latin typeface="+mn-lt"/>
              </a:rPr>
              <a:t>03</a:t>
            </a:r>
            <a:endParaRPr lang="en-US" b="1">
              <a:solidFill>
                <a:schemeClr val="accent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>
              <a:defRPr sz="2800" b="1"/>
            </a:pPr>
            <a:r>
              <a:t>SOURCE CODE &amp; DOCUMENTATION</a:t>
            </a:r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1500" b="1">
                <a:solidFill>
                  <a:srgbClr val="1A5276"/>
                </a:solidFill>
              </a:defRPr>
            </a:pPr>
            <a:r>
              <a:t>PROJECT REPOSITORY &amp; DELIVERABLES</a:t>
            </a:r>
            <a:endParaRPr lang="en-GB" sz="2000" dirty="0"/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17A65"/>
                </a:solidFill>
              </a:rPr>
              <a:t>• GitHub Repository: </a:t>
            </a:r>
            <a:r>
              <a:rPr sz="1250">
                <a:solidFill>
                  <a:srgbClr val="2C3E50"/>
                </a:solidFill>
              </a:rPr>
              <a:t>https://github.com/Siddhi-m-20/seasonal-agriculture-analysis</a:t>
            </a:r>
            <a:endParaRPr sz="1250">
              <a:solidFill>
                <a:srgbClr val="2C3E50"/>
              </a:solidFill>
            </a:endParaR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17A65"/>
                </a:solidFill>
              </a:rPr>
              <a:t>• Jupyter Notebook: </a:t>
            </a:r>
            <a:r>
              <a:rPr sz="1250">
                <a:solidFill>
                  <a:srgbClr val="2C3E50"/>
                </a:solidFill>
              </a:rPr>
              <a:t>Seasonal_Agriculture_Analysis.ipynb (Fully executed with all charts &amp; tables)</a:t>
            </a:r>
            <a:endParaRPr sz="1250">
              <a:solidFill>
                <a:srgbClr val="2C3E50"/>
              </a:solidFill>
            </a:endParaR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17A65"/>
                </a:solidFill>
              </a:rPr>
              <a:t>• Dataset: </a:t>
            </a:r>
            <a:r>
              <a:rPr sz="1250">
                <a:solidFill>
                  <a:srgbClr val="2C3E50"/>
                </a:solidFill>
              </a:rPr>
              <a:t>seasonal_agriculture_performance_dataset.csv (Clean 4,000 farm records)</a:t>
            </a:r>
            <a:endParaRPr sz="1250">
              <a:solidFill>
                <a:srgbClr val="2C3E50"/>
              </a:solidFill>
            </a:endParaR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17A65"/>
                </a:solidFill>
              </a:rPr>
              <a:t>• Visualizations: </a:t>
            </a:r>
            <a:r>
              <a:rPr sz="1250">
                <a:solidFill>
                  <a:srgbClr val="2C3E50"/>
                </a:solidFill>
              </a:rPr>
              <a:t>visualizations/ (300 DPI high-res charts and 9-plot master dashboard)</a:t>
            </a:r>
            <a:endParaRPr sz="1250">
              <a:solidFill>
                <a:srgbClr val="2C3E50"/>
              </a:solidFill>
            </a:endParaR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17A65"/>
                </a:solidFill>
              </a:rPr>
              <a:t>• Documentation: </a:t>
            </a:r>
            <a:r>
              <a:rPr sz="1250">
                <a:solidFill>
                  <a:srgbClr val="2C3E50"/>
                </a:solidFill>
              </a:rPr>
              <a:t>README.md &amp; PROJECT_SUMMARY_AND_FINDINGS.md (In-depth analysis reports)</a:t>
            </a:r>
            <a:endParaRPr sz="1250">
              <a:solidFill>
                <a:srgbClr val="2C3E50"/>
              </a:solidFill>
            </a:endParaR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17A65"/>
                </a:solidFill>
              </a:rPr>
              <a:t>• Execution: </a:t>
            </a:r>
            <a:r>
              <a:rPr sz="1250">
                <a:solidFill>
                  <a:srgbClr val="2C3E50"/>
                </a:solidFill>
              </a:rPr>
              <a:t>git clone https://github.com/Siddhi-m-20/seasonal-agriculture-analysis.git
pip install -r requirements.txt
jupyter notebook Seasonal_Agriculture_Analysis.ipynb</a:t>
            </a:r>
            <a:endParaRPr sz="1250">
              <a:solidFill>
                <a:srgbClr val="2C3E50"/>
              </a:solidFill>
            </a:endParaRP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pPr>
              <a:defRPr sz="2800" b="1"/>
            </a:pPr>
            <a:r>
              <a:t>VOIS AICTE CERTIFICATION</a:t>
            </a:r>
          </a:p>
        </p:txBody>
      </p:sp>
      <p:sp>
        <p:nvSpPr>
          <p:cNvPr id="7" name="Text Placeholder 30"/>
          <p:cNvSpPr txBox="1"/>
          <p:nvPr/>
        </p:nvSpPr>
        <p:spPr>
          <a:xfrm>
            <a:off x="457200" y="1371600"/>
            <a:ext cx="4389120" cy="4389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400" b="1">
                <a:solidFill>
                  <a:srgbClr val="1A5276"/>
                </a:solidFill>
              </a:defRPr>
            </a:pPr>
            <a:r>
              <a:t>COURSE COMPLETION DETAILS</a:t>
            </a:r>
            <a:endParaRPr lang="en-GB" sz="2000" dirty="0"/>
          </a:p>
          <a:p>
            <a:pPr>
              <a:defRPr sz="1150" b="1">
                <a:solidFill>
                  <a:srgbClr val="D35400"/>
                </a:solidFill>
              </a:defRPr>
            </a:pPr>
            <a:r>
              <a:t>Course Completed: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Data Visualization</a:t>
            </a:r>
          </a:p>
          <a:p>
            <a:pPr>
              <a:defRPr sz="1150" b="1">
                <a:solidFill>
                  <a:srgbClr val="D35400"/>
                </a:solidFill>
              </a:defRPr>
            </a:pPr>
            <a:r>
              <a:t>Certificate ID: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VFLMS26_165191</a:t>
            </a:r>
          </a:p>
          <a:p>
            <a:pPr>
              <a:defRPr sz="1150" b="1">
                <a:solidFill>
                  <a:srgbClr val="D35400"/>
                </a:solidFill>
              </a:defRPr>
            </a:pPr>
            <a:r>
              <a:t>Issued Date: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August 27, 2026</a:t>
            </a:r>
          </a:p>
          <a:p>
            <a:pPr>
              <a:defRPr sz="1150" b="1">
                <a:solidFill>
                  <a:srgbClr val="D35400"/>
                </a:solidFill>
              </a:defRPr>
            </a:pPr>
            <a:r>
              <a:t>Awarded To: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Siddhi Manjarekar</a:t>
            </a:r>
          </a:p>
          <a:p>
            <a:pPr>
              <a:defRPr sz="1150" b="1">
                <a:solidFill>
                  <a:srgbClr val="D35400"/>
                </a:solidFill>
              </a:defRPr>
            </a:pPr>
            <a:r>
              <a:t>College: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Sir Parashurambhau College, Pune</a:t>
            </a:r>
          </a:p>
          <a:p>
            <a:pPr>
              <a:defRPr sz="1150" b="1">
                <a:solidFill>
                  <a:srgbClr val="D35400"/>
                </a:solidFill>
              </a:defRPr>
            </a:pPr>
            <a:r>
              <a:t>AICTE STU ID: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STU654e5442c94401699632194</a:t>
            </a:r>
          </a:p>
          <a:p>
            <a:pPr>
              <a:defRPr sz="1150" b="1">
                <a:solidFill>
                  <a:srgbClr val="D35400"/>
                </a:solidFill>
              </a:defRPr>
            </a:pPr>
            <a:r>
              <a:t>Organizations: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Vodafone Idea Foundation • VOIS • Edunet Foundation</a:t>
            </a:r>
          </a:p>
          <a:p>
            <a:pPr>
              <a:defRPr sz="1150" b="1">
                <a:solidFill>
                  <a:srgbClr val="D35400"/>
                </a:solidFill>
              </a:defRPr>
            </a:pPr>
            <a:r>
              <a:t>Requirement Status: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</a:defRPr>
            </a:pPr>
            <a:r>
              <a:t>Verified Official Milestone for Major Project Submission</a:t>
            </a:r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4" name="Picture 23" descr="official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649224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>
              <a:defRPr sz="5400" b="1"/>
            </a:pPr>
            <a:r>
              <a:t>THANK YOU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/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1371600" y="2926080"/>
            <a:ext cx="8412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1A5276"/>
                </a:solidFill>
              </a:defRPr>
            </a:pPr>
            <a:r>
              <a:t>Seasonal Agriculture Performance Analysis</a:t>
            </a:r>
          </a:p>
          <a:p>
            <a:pPr algn="ctr">
              <a:spcAft>
                <a:spcPts val="1000"/>
              </a:spcAft>
              <a:defRPr sz="1500" b="1">
                <a:solidFill>
                  <a:srgbClr val="27AE60"/>
                </a:solidFill>
              </a:defRPr>
            </a:pPr>
            <a:r>
              <a:t>Siddhi Ramkrishna Manjarekar  |  STU ID: STU654e5442c94401699632194</a:t>
            </a:r>
            <a:br/>
            <a:r>
              <a:t>Sir Parashurambhau College, Pune</a:t>
            </a:r>
          </a:p>
          <a:p>
            <a:pPr algn="ctr">
              <a:defRPr sz="1300">
                <a:solidFill>
                  <a:srgbClr val="555555"/>
                </a:solidFill>
              </a:defRPr>
            </a:pPr>
            <a:r>
              <a:t>VOIS AICTE Data Analytics Internship (Batch 1 / August Batch 2026)</a:t>
            </a:r>
            <a:br/>
            <a:r>
              <a:t>Edunet Foundation  •  Vodafone Idea Foundation  •  AICTE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3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3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399999856948853,&quot;transparency&quot;:0}],&quot;type&quot;:3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4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4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399999856948853,&quot;transparency&quot;:0}],&quot;type&quot;:3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5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5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399999856948853,&quot;transparency&quot;:0}],&quot;type&quot;:3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1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1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399999856948853,&quot;transparency&quot;:0}],&quot;type&quot;:3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2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2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399999856948853,&quot;transparency&quot;:0}],&quot;type&quot;:3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i*1_1_1"/>
  <p:tag name="KSO_WM_TEMPLATE_CATEGORY" val="diagram"/>
  <p:tag name="KSO_WM_TEMPLATE_INDEX" val="20238404"/>
  <p:tag name="KSO_WM_UNIT_LAYERLEVEL" val="1_1_1"/>
  <p:tag name="KSO_WM_TAG_VERSION" val="3.0"/>
  <p:tag name="KSO_WM_BEAUTIFY_FLAG" val="#wm#"/>
  <p:tag name="KSO_WM_UNIT_TYPE" val="n_h_i"/>
  <p:tag name="KSO_WM_UNIT_INDEX" val="1_1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8404_1*n_h_a*1_1_1"/>
  <p:tag name="KSO_WM_TEMPLATE_CATEGORY" val="diagram"/>
  <p:tag name="KSO_WM_TEMPLATE_INDEX" val="2023840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x*1_2_1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VALUE" val="106*100"/>
  <p:tag name="KSO_WM_UNIT_TYPE" val="n_h_h_x"/>
  <p:tag name="KSO_WM_UNIT_INDEX" val="1_2_1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x*1_2_2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VALUE" val="84*106"/>
  <p:tag name="KSO_WM_UNIT_TYPE" val="n_h_h_x"/>
  <p:tag name="KSO_WM_UNIT_INDEX" val="1_2_2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x*1_2_3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VALUE" val="92*106"/>
  <p:tag name="KSO_WM_UNIT_TYPE" val="n_h_h_x"/>
  <p:tag name="KSO_WM_UNIT_INDEX" val="1_2_3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x*1_2_4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VALUE" val="106*95"/>
  <p:tag name="KSO_WM_UNIT_TYPE" val="n_h_h_x"/>
  <p:tag name="KSO_WM_UNIT_INDEX" val="1_2_4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x*1_2_5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VALUE" val="106*105"/>
  <p:tag name="KSO_WM_UNIT_TYPE" val="n_h_h_x"/>
  <p:tag name="KSO_WM_UNIT_INDEX" val="1_2_5_1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8404_1*n_h_h_f*1_2_1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EXT_FILL_FORE_SCHEMECOLOR_INDEX_BRIGHTNESS" val="0.25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8404_1*n_h_h_f*1_2_4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EXT_FILL_FORE_SCHEMECOLOR_INDEX_BRIGHTNESS" val="0.25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5_1"/>
  <p:tag name="KSO_WM_UNIT_ID" val="diagram20238404_1*n_h_h_f*1_2_5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EXT_FILL_FORE_SCHEMECOLOR_INDEX_BRIGHTNESS" val="0.25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8404_1*n_h_h_f*1_2_2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EXT_FILL_FORE_SCHEMECOLOR_INDEX_BRIGHTNESS" val="0.25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8404_1*n_h_h_f*1_2_3_1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EXT_FILL_FORE_SCHEMECOLOR_INDEX_BRIGHTNESS" val="0.25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1_2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1_2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5_2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5_2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4_2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4_2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2_2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2_2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404_1*n_h_h_i*1_2_3_2"/>
  <p:tag name="KSO_WM_TEMPLATE_CATEGORY" val="diagram"/>
  <p:tag name="KSO_WM_TEMPLATE_INDEX" val="20238404"/>
  <p:tag name="KSO_WM_UNIT_LAYERLEVEL" val="1_1_1_1"/>
  <p:tag name="KSO_WM_TAG_VERSION" val="3.0"/>
  <p:tag name="KSO_WM_BEAUTIFY_FLAG" val="#wm#"/>
  <p:tag name="KSO_WM_UNIT_TYPE" val="n_h_h_i"/>
  <p:tag name="KSO_WM_UNIT_INDEX" val="1_2_3_2"/>
  <p:tag name="KSO_WM_DIAGRAM_GROUP_CODE" val="n1-1"/>
  <p:tag name="KSO_WM_DIAGRAM_VERSION" val="3"/>
  <p:tag name="KSO_WM_DIAGRAM_COLOR_TRICK" val="1"/>
  <p:tag name="KSO_WM_DIAGRAM_COLOR_TEXT_CAN_REMOVE" val="n"/>
  <p:tag name="KSO_WM_DIAGRAM_MAX_ITEMCNT" val="5"/>
  <p:tag name="KSO_WM_DIAGRAM_MIN_ITEMCNT" val="5"/>
  <p:tag name="KSO_WM_DIAGRAM_VIRTUALLY_FRAME" val="{&quot;height&quot;:422.7,&quot;left&quot;:59.85685039370079,&quot;top&quot;:117.3,&quot;width&quot;:840.324015748031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00_3*n_h_i*1_1_1"/>
  <p:tag name="KSO_WM_TEMPLATE_CATEGORY" val="diagram"/>
  <p:tag name="KSO_WM_TEMPLATE_INDEX" val="20238200"/>
  <p:tag name="KSO_WM_UNIT_LAYERLEVEL" val="1_1_1"/>
  <p:tag name="KSO_WM_TAG_VERSION" val="3.0"/>
  <p:tag name="KSO_WM_DIAGRAM_GROUP_CODE" val="n1-1"/>
  <p:tag name="KSO_WM_UNIT_TYPE" val="n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0.09000000357627869,&quot;colorType&quot;:1,&quot;foreColorIndex&quot;:5,&quot;pos&quot;:0.07000000029802322,&quot;transparency&quot;:0},{&quot;brightness&quot;:0.6000000238418579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14,&quot;pos&quot;:0,&quot;transparency&quot;:0},{&quot;brightness&quot;:0,&quot;colorType&quot;:1,&quot;foreColorIndex&quot;:14,&quot;pos&quot;:0.430000007152557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00_3*n_h_i*1_1_2"/>
  <p:tag name="KSO_WM_TEMPLATE_CATEGORY" val="diagram"/>
  <p:tag name="KSO_WM_TEMPLATE_INDEX" val="20238200"/>
  <p:tag name="KSO_WM_UNIT_LAYERLEVEL" val="1_1_1"/>
  <p:tag name="KSO_WM_TAG_VERSION" val="3.0"/>
  <p:tag name="KSO_WM_DIAGRAM_GROUP_CODE" val="n1-1"/>
  <p:tag name="KSO_WM_UNIT_TYPE" val="n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0,&quot;colorType&quot;:1,&quot;foreColorIndex&quot;:5,&quot;pos&quot;:0.07000000029802322,&quot;transparency&quot;:0},{&quot;brightness&quot;:0.6000000238418579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14,&quot;pos&quot;:0,&quot;transparency&quot;:0},{&quot;brightness&quot;:0,&quot;colorType&quot;:1,&quot;foreColorIndex&quot;:14,&quot;pos&quot;:0.540000021457672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00_3*n_h_i*1_1_3"/>
  <p:tag name="KSO_WM_TEMPLATE_CATEGORY" val="diagram"/>
  <p:tag name="KSO_WM_TEMPLATE_INDEX" val="20238200"/>
  <p:tag name="KSO_WM_UNIT_LAYERLEVEL" val="1_1_1"/>
  <p:tag name="KSO_WM_TAG_VERSION" val="3.0"/>
  <p:tag name="KSO_WM_DIAGRAM_GROUP_CODE" val="n1-1"/>
  <p:tag name="KSO_WM_UNIT_TYPE" val="n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-0.05000000074505806,&quot;colorType&quot;:1,&quot;foreColorIndex&quot;:5,&quot;pos&quot;:0.0900000035762786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i*1_1_4"/>
  <p:tag name="KSO_WM_TEMPLATE_CATEGORY" val="diagram"/>
  <p:tag name="KSO_WM_TEMPLATE_INDEX" val="20238200"/>
  <p:tag name="KSO_WM_UNIT_LAYERLEVEL" val="1_1_1"/>
  <p:tag name="KSO_WM_TAG_VERSION" val="3.0"/>
  <p:tag name="KSO_WM_BEAUTIFY_FLAG" val="#wm#"/>
  <p:tag name="KSO_WM_DIAGRAM_GROUP_CODE" val="n1-1"/>
  <p:tag name="KSO_WM_UNIT_TYPE" val="n_h_i"/>
  <p:tag name="KSO_WM_UNIT_INDEX" val="1_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0.09000000357627869,&quot;colorType&quot;:1,&quot;foreColorIndex&quot;:5,&quot;pos&quot;:0.07000000029802322,&quot;transparency&quot;:0},{&quot;brightness&quot;:0.6000000238418579,&quot;colorType&quot;:1,&quot;foreColorIndex&quot;:5,&quot;pos&quot;:1,&quot;transparency&quot;:1}],&quot;type&quot;:3},&quot;glow&quot;:{&quot;colorType&quot;:0},&quot;line&quot;:{&quot;gradient&quot;:[{&quot;brightness&quot;:0.949999988079071,&quot;colorType&quot;:1,&quot;foreColorIndex&quot;:5,&quot;pos&quot;:0,&quot;transparency&quot;:0},{&quot;brightness&quot;:0,&quot;colorType&quot;:1,&quot;foreColorIndex&quot;:14,&quot;pos&quot;:0.430000007152557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i*1_1_5"/>
  <p:tag name="KSO_WM_TEMPLATE_CATEGORY" val="diagram"/>
  <p:tag name="KSO_WM_TEMPLATE_INDEX" val="20238200"/>
  <p:tag name="KSO_WM_UNIT_LAYERLEVEL" val="1_1_1"/>
  <p:tag name="KSO_WM_TAG_VERSION" val="3.0"/>
  <p:tag name="KSO_WM_BEAUTIFY_FLAG" val="#wm#"/>
  <p:tag name="KSO_WM_DIAGRAM_GROUP_CODE" val="n1-1"/>
  <p:tag name="KSO_WM_UNIT_TYPE" val="n_h_i"/>
  <p:tag name="KSO_WM_UNIT_INDEX" val="1_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0,&quot;colorType&quot;:1,&quot;foreColorIndex&quot;:5,&quot;pos&quot;:0.07000000029802322,&quot;transparency&quot;:0},{&quot;brightness&quot;:0.6000000238418579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14,&quot;pos&quot;:0,&quot;transparency&quot;:0},{&quot;brightness&quot;:0,&quot;colorType&quot;:1,&quot;foreColorIndex&quot;:14,&quot;pos&quot;:0.540000021457672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h_f*1_2_4_1"/>
  <p:tag name="KSO_WM_TEMPLATE_CATEGORY" val="diagram"/>
  <p:tag name="KSO_WM_TEMPLATE_INDEX" val="20238200"/>
  <p:tag name="KSO_WM_UNIT_LAYERLEVEL" val="1_1_1_1"/>
  <p:tag name="KSO_WM_TAG_VERSION" val="3.0"/>
  <p:tag name="KSO_WM_BEAUTIFY_FLAG" val="#wm#"/>
  <p:tag name="KSO_WM_UNIT_SUBTYPE" val="a"/>
  <p:tag name="KSO_WM_UNIT_NOCLEAR" val="0"/>
  <p:tag name="KSO_WM_UNIT_VALUE" val="52"/>
  <p:tag name="KSO_WM_DIAGRAM_GROUP_CODE" val="n1-1"/>
  <p:tag name="KSO_WM_UNIT_TYPE" val="n_h_h_f"/>
  <p:tag name="KSO_WM_UNIT_INDEX" val="1_2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FILL_TYPE" val="3"/>
  <p:tag name="KSO_WM_UNIT_TEXT_FILL_FORE_SCHEMECOLOR_INDEX" val="1"/>
  <p:tag name="KSO_WM_UNIT_TEXT_FILL_TYPE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h_i*1_2_4_1"/>
  <p:tag name="KSO_WM_TEMPLATE_CATEGORY" val="diagram"/>
  <p:tag name="KSO_WM_TEMPLATE_INDEX" val="20238200"/>
  <p:tag name="KSO_WM_UNIT_LAYERLEVEL" val="1_1_1_1"/>
  <p:tag name="KSO_WM_TAG_VERSION" val="3.0"/>
  <p:tag name="KSO_WM_BEAUTIFY_FLAG" val="#wm#"/>
  <p:tag name="KSO_WM_DIAGRAM_GROUP_CODE" val="n1-1"/>
  <p:tag name="KSO_WM_UNIT_TYPE" val="n_h_h_i"/>
  <p:tag name="KSO_WM_UNIT_INDEX" val="1_2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h_f*1_2_2_1"/>
  <p:tag name="KSO_WM_TEMPLATE_CATEGORY" val="diagram"/>
  <p:tag name="KSO_WM_TEMPLATE_INDEX" val="20238200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FILL_TYPE" val="3"/>
  <p:tag name="KSO_WM_UNIT_TEXT_FILL_FORE_SCHEMECOLOR_INDEX" val="1"/>
  <p:tag name="KSO_WM_UNIT_TEX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h_i*1_2_2_1"/>
  <p:tag name="KSO_WM_TEMPLATE_CATEGORY" val="diagram"/>
  <p:tag name="KSO_WM_TEMPLATE_INDEX" val="20238200"/>
  <p:tag name="KSO_WM_UNIT_LAYERLEVEL" val="1_1_1_1"/>
  <p:tag name="KSO_WM_TAG_VERSION" val="3.0"/>
  <p:tag name="KSO_WM_BEAUTIFY_FLAG" val="#wm#"/>
  <p:tag name="KSO_WM_DIAGRAM_GROUP_CODE" val="n1-1"/>
  <p:tag name="KSO_WM_UNIT_TYPE" val="n_h_h_i"/>
  <p:tag name="KSO_WM_UNIT_INDEX" val="1_2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00_3*n_h_i*1_1_6"/>
  <p:tag name="KSO_WM_TEMPLATE_CATEGORY" val="diagram"/>
  <p:tag name="KSO_WM_TEMPLATE_INDEX" val="20238200"/>
  <p:tag name="KSO_WM_UNIT_LAYERLEVEL" val="1_1_1"/>
  <p:tag name="KSO_WM_TAG_VERSION" val="3.0"/>
  <p:tag name="KSO_WM_DIAGRAM_GROUP_CODE" val="n1-1"/>
  <p:tag name="KSO_WM_UNIT_TYPE" val="n_h_i"/>
  <p:tag name="KSO_WM_UNIT_INDEX" val="1_1_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solid&quot;:{&quot;brightness&quot;:0.4000000059604645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i*1_1_7"/>
  <p:tag name="KSO_WM_TEMPLATE_CATEGORY" val="diagram"/>
  <p:tag name="KSO_WM_TEMPLATE_INDEX" val="20238200"/>
  <p:tag name="KSO_WM_UNIT_LAYERLEVEL" val="1_1_1"/>
  <p:tag name="KSO_WM_TAG_VERSION" val="3.0"/>
  <p:tag name="KSO_WM_BEAUTIFY_FLAG" val="#wm#"/>
  <p:tag name="KSO_WM_DIAGRAM_GROUP_CODE" val="n1-1"/>
  <p:tag name="KSO_WM_UNIT_TYPE" val="n_h_i"/>
  <p:tag name="KSO_WM_UNIT_INDEX" val="1_1_7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-0.05000000074505806,&quot;colorType&quot;:1,&quot;foreColorIndex&quot;:5,&quot;pos&quot;:0.0900000035762786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i*1_1_8"/>
  <p:tag name="KSO_WM_TEMPLATE_CATEGORY" val="diagram"/>
  <p:tag name="KSO_WM_TEMPLATE_INDEX" val="20238200"/>
  <p:tag name="KSO_WM_UNIT_LAYERLEVEL" val="1_1_1"/>
  <p:tag name="KSO_WM_TAG_VERSION" val="3.0"/>
  <p:tag name="KSO_WM_BEAUTIFY_FLAG" val="#wm#"/>
  <p:tag name="KSO_WM_DIAGRAM_GROUP_CODE" val="n1-1"/>
  <p:tag name="KSO_WM_UNIT_TYPE" val="n_h_i"/>
  <p:tag name="KSO_WM_UNIT_INDEX" val="1_1_8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8100000023841858,&quot;transparency&quot;:1},{&quot;brightness&quot;:0.4000000059604645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i*1_1_9"/>
  <p:tag name="KSO_WM_TEMPLATE_CATEGORY" val="diagram"/>
  <p:tag name="KSO_WM_TEMPLATE_INDEX" val="20238200"/>
  <p:tag name="KSO_WM_UNIT_LAYERLEVEL" val="1_1_1"/>
  <p:tag name="KSO_WM_TAG_VERSION" val="3.0"/>
  <p:tag name="KSO_WM_BEAUTIFY_FLAG" val="#wm#"/>
  <p:tag name="KSO_WM_DIAGRAM_GROUP_CODE" val="n1-1"/>
  <p:tag name="KSO_WM_UNIT_TYPE" val="n_h_i"/>
  <p:tag name="KSO_WM_UNIT_INDEX" val="1_1_9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899999976158142,&quot;transparency&quot;:1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i*1_1_10"/>
  <p:tag name="KSO_WM_TEMPLATE_CATEGORY" val="diagram"/>
  <p:tag name="KSO_WM_TEMPLATE_INDEX" val="20238200"/>
  <p:tag name="KSO_WM_UNIT_LAYERLEVEL" val="1_1_1"/>
  <p:tag name="KSO_WM_TAG_VERSION" val="3.0"/>
  <p:tag name="KSO_WM_BEAUTIFY_FLAG" val="#wm#"/>
  <p:tag name="KSO_WM_DIAGRAM_GROUP_CODE" val="n1-1"/>
  <p:tag name="KSO_WM_UNIT_TYPE" val="n_h_i"/>
  <p:tag name="KSO_WM_UNIT_INDEX" val="1_1_1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solid&quot;:{&quot;brightness&quot;:0.5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h_f*1_2_3_1"/>
  <p:tag name="KSO_WM_TEMPLATE_CATEGORY" val="diagram"/>
  <p:tag name="KSO_WM_TEMPLATE_INDEX" val="20238200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0,&quot;transparency&quot;:0.80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FILL_TYPE" val="3"/>
  <p:tag name="KSO_WM_UNIT_TEXT_FILL_FORE_SCHEMECOLOR_INDEX" val="1"/>
  <p:tag name="KSO_WM_UNIT_TEXT_FILL_TYPE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h_i*1_2_3_1"/>
  <p:tag name="KSO_WM_TEMPLATE_CATEGORY" val="diagram"/>
  <p:tag name="KSO_WM_TEMPLATE_INDEX" val="20238200"/>
  <p:tag name="KSO_WM_UNIT_LAYERLEVEL" val="1_1_1_1"/>
  <p:tag name="KSO_WM_TAG_VERSION" val="3.0"/>
  <p:tag name="KSO_WM_BEAUTIFY_FLAG" val="#wm#"/>
  <p:tag name="KSO_WM_DIAGRAM_GROUP_CODE" val="n1-1"/>
  <p:tag name="KSO_WM_UNIT_TYPE" val="n_h_h_i"/>
  <p:tag name="KSO_WM_UNIT_INDEX" val="1_2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h_f*1_2_1_1"/>
  <p:tag name="KSO_WM_TEMPLATE_CATEGORY" val="diagram"/>
  <p:tag name="KSO_WM_TEMPLATE_INDEX" val="20238200"/>
  <p:tag name="KSO_WM_UNIT_LAYERLEVEL" val="1_1_1_1"/>
  <p:tag name="KSO_WM_TAG_VERSION" val="3.0"/>
  <p:tag name="KSO_WM_BEAUTIFY_FLAG" val="#wm#"/>
  <p:tag name="KSO_WM_UNIT_SUBTYPE" val="a"/>
  <p:tag name="KSO_WM_UNIT_NOCLEAR" val="0"/>
  <p:tag name="KSO_WM_UNIT_VALUE" val="52"/>
  <p:tag name="KSO_WM_DIAGRAM_GROUP_CODE" val="n1-1"/>
  <p:tag name="KSO_WM_UNIT_TYPE" val="n_h_h_f"/>
  <p:tag name="KSO_WM_UNIT_INDEX" val="1_2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0,&quot;transparency&quot;:0.80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FILL_TYPE" val="3"/>
  <p:tag name="KSO_WM_UNIT_TEXT_FILL_FORE_SCHEMECOLOR_INDEX" val="1"/>
  <p:tag name="KSO_WM_UNIT_TEXT_FILL_TYPE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00_3*n_h_h_i*1_2_1_1"/>
  <p:tag name="KSO_WM_TEMPLATE_CATEGORY" val="diagram"/>
  <p:tag name="KSO_WM_TEMPLATE_INDEX" val="20238200"/>
  <p:tag name="KSO_WM_UNIT_LAYERLEVEL" val="1_1_1_1"/>
  <p:tag name="KSO_WM_TAG_VERSION" val="3.0"/>
  <p:tag name="KSO_WM_BEAUTIFY_FLAG" val="#wm#"/>
  <p:tag name="KSO_WM_DIAGRAM_GROUP_CODE" val="n1-1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00_3*n_h_a*1_1_1"/>
  <p:tag name="KSO_WM_TEMPLATE_CATEGORY" val="diagram"/>
  <p:tag name="KSO_WM_TEMPLATE_INDEX" val="20238200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n1-1"/>
  <p:tag name="KSO_WM_UNIT_TYPE" val="n_h_a"/>
  <p:tag name="KSO_WM_UNIT_INDEX" val="1_1_1"/>
  <p:tag name="KSO_WM_UNIT_VALUE" val="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0.8750030517578,&quot;left&quot;:83.5,&quot;top&quot;:163.2,&quot;width&quot;:7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</p:tagLst>
</file>

<file path=ppt/tags/tag4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gradient&quot;:[{&quot;brightness&quot;:0.800000011920929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8228_3*n_h_h_i*1_2_1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gradient&quot;:[{&quot;brightness&quot;:0.800000011920929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8228_3*n_h_h_i*1_2_2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gradient&quot;:[{&quot;brightness&quot;:0.800000011920929,&quot;colorType&quot;:1,&quot;foreColorIndex&quot;:6,&quot;pos&quot;: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8228_3*n_h_h_i*1_2_3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gradient&quot;:[{&quot;brightness&quot;:0.800000011920929,&quot;colorType&quot;:1,&quot;foreColorIndex&quot;:6,&quot;pos&quot;: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1"/>
  <p:tag name="KSO_WM_UNIT_ID" val="diagram20238228_3*n_h_h_i*1_2_4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solid&quot;:{&quot;brightness&quot;:0.800000011920929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8228_3*n_h_i*1_1_2"/>
  <p:tag name="KSO_WM_TEMPLATE_CATEGORY" val="diagram"/>
  <p:tag name="KSO_WM_TEMPLATE_INDEX" val="20238228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2"/>
  <p:tag name="KSO_WM_UNIT_ID" val="diagram20238228_3*n_h_h_i*1_2_4_2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UNIT_LINE_FORE_SCHEMECOLOR_INDEX" val="2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gradient&quot;:[{&quot;brightness&quot;:0,&quot;colorType&quot;:1,&quot;foreColorIndex&quot;:7,&quot;pos&quot;:0,&quot;transparency&quot;:0},{&quot;brightness&quot;:0,&quot;colorType&quot;:1,&quot;foreColorIndex&quot;:6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238228_3*n_h_h_i*1_2_3_2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UNIT_LINE_FORE_SCHEMECOLOR_INDEX" val="2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38228_3*n_h_h_i*1_2_2_2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UNIT_LINE_FORE_SCHEMECOLOR_INDEX" val="2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gradient&quot;:[{&quot;brightness&quot;:0,&quot;colorType&quot;:1,&quot;foreColorIndex&quot;:7,&quot;pos&quot;:0,&quot;transparency&quot;:0},{&quot;brightness&quot;:0,&quot;colorType&quot;:1,&quot;foreColorIndex&quot;:6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8228_3*n_h_h_i*1_2_1_2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FILL_TYPE" val="3"/>
  <p:tag name="KSO_WM_UNIT_LINE_FORE_SCHEMECOLOR_INDEX" val="2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8_3*n_h_a*1_1_1"/>
  <p:tag name="KSO_WM_TEMPLATE_CATEGORY" val="diagram"/>
  <p:tag name="KSO_WM_TEMPLATE_INDEX" val="20238228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8228_3*n_h_i*1_1_1"/>
  <p:tag name="KSO_WM_TEMPLATE_CATEGORY" val="diagram"/>
  <p:tag name="KSO_WM_TEMPLATE_INDEX" val="20238228"/>
  <p:tag name="KSO_WM_UNIT_LAYERLEVEL" val="1_1_1"/>
  <p:tag name="KSO_WM_TAG_VERSION" val="3.0"/>
  <p:tag name="KSO_WM_BEAUTIFY_FLAG" val="#wm#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8_3*n_h_h_f*1_2_1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3"/>
  <p:tag name="KSO_WM_UNIT_ID" val="diagram20238228_3*n_h_h_i*1_2_1_3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01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8_3*n_h_h_f*1_2_2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3"/>
  <p:tag name="KSO_WM_UNIT_ID" val="diagram20238228_3*n_h_h_i*1_2_2_3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0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8228_3*n_h_h_f*1_2_4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3"/>
  <p:tag name="KSO_WM_UNIT_ID" val="diagram20238228_3*n_h_h_i*1_2_4_3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04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8_3*n_h_h_f*1_2_3_1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5.1000061035156,&quot;left&quot;:49.07501220703125,&quot;top&quot;:141.0999969482422,&quot;width&quot;:861.910814564622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3"/>
  <p:tag name="KSO_WM_UNIT_ID" val="diagram20238228_3*n_h_h_i*1_2_3_3"/>
  <p:tag name="KSO_WM_TEMPLATE_CATEGORY" val="diagram"/>
  <p:tag name="KSO_WM_TEMPLATE_INDEX" val="20238228"/>
  <p:tag name="KSO_WM_UNIT_LAYERLEVEL" val="1_1_1_1"/>
  <p:tag name="KSO_WM_TAG_VERSION" val="3.0"/>
  <p:tag name="KSO_WM_BEAUTIFY_FLAG" val="#wm#"/>
  <p:tag name="KSO_WM_UNIT_PRESET_TEXT" val="0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resource_record_key" val="{&quot;70&quot;:[3325116,3319438]}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61.xml><?xml version="1.0" encoding="utf-8"?>
<ds:datastoreItem xmlns:ds="http://schemas.openxmlformats.org/officeDocument/2006/customXml" ds:itemID="{05D99ABA-76CE-4A8E-B5F0-C051B96628DE}">
  <ds:schemaRefs/>
</ds:datastoreItem>
</file>

<file path=customXml/itemProps62.xml><?xml version="1.0" encoding="utf-8"?>
<ds:datastoreItem xmlns:ds="http://schemas.openxmlformats.org/officeDocument/2006/customXml" ds:itemID="{4DEA9014-ED64-4558-B1E1-D03F0EE32BEB}">
  <ds:schemaRefs/>
</ds:datastoreItem>
</file>

<file path=customXml/itemProps63.xml><?xml version="1.0" encoding="utf-8"?>
<ds:datastoreItem xmlns:ds="http://schemas.openxmlformats.org/officeDocument/2006/customXml" ds:itemID="{B19EB750-A6DA-4BE8-B87B-FC499FE7336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7763</Words>
  <Application>WPS Presentation</Application>
  <PresentationFormat>Widescreen</PresentationFormat>
  <Paragraphs>161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Wingdings 3</vt:lpstr>
      <vt:lpstr>Arial</vt:lpstr>
      <vt:lpstr>Calibri</vt:lpstr>
      <vt:lpstr>Trebuchet MS</vt:lpstr>
      <vt:lpstr>Microsoft YaHei</vt:lpstr>
      <vt:lpstr>Arial Unicode MS</vt:lpstr>
      <vt:lpstr>Wingdings</vt:lpstr>
      <vt:lpstr>华文新魏</vt:lpstr>
      <vt:lpstr>Segoe Print</vt:lpstr>
      <vt:lpstr>Facet</vt:lpstr>
      <vt:lpstr>Seasonal Agriculture Performance Analysis</vt:lpstr>
      <vt:lpstr>PROBLEM STATEMENT</vt:lpstr>
      <vt:lpstr>PROJECT DESCRIPTION</vt:lpstr>
      <vt:lpstr>END USERS &amp; STAKEHOLDERS</vt:lpstr>
      <vt:lpstr>TECHNOLOGY STACK</vt:lpstr>
      <vt:lpstr>FINDING 1: Seasonal Performance Variation</vt:lpstr>
      <vt:lpstr>FINDING 2: Environmental Factors</vt:lpstr>
      <vt:lpstr>FINDING 3: Resource Usage &amp; Disease</vt:lpstr>
      <vt:lpstr>FINDING 4: Crop Performance</vt:lpstr>
      <vt:lpstr>CONCLUSIONS &amp; RECOMMENDATIONS</vt:lpstr>
      <vt:lpstr>FUTURE ENHANCEMENTS</vt:lpstr>
      <vt:lpstr>SOURCE CODE &amp; DOCUMENTATION</vt:lpstr>
      <vt:lpstr>VOIS AICTE CERTIFICATION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Siddhi Manjarekar</cp:lastModifiedBy>
  <cp:revision>98</cp:revision>
  <dcterms:created xsi:type="dcterms:W3CDTF">2021-07-11T13:13:00Z</dcterms:created>
  <dcterms:modified xsi:type="dcterms:W3CDTF">2026-09-08T14:19:55Z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KSOProductBuildVer">
    <vt:lpwstr>1033-12.1.0.28485</vt:lpwstr>
  </property>
  <property fmtid="{D5CDD505-2E9C-101B-9397-08002B2CF9AE}" pid="4" name="ICV">
    <vt:lpwstr>0769BAA6856A4F4E89443D0EA24EA1E3_12</vt:lpwstr>
  </property>
</Properties>
</file>